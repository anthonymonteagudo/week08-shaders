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25ca68a9394622" /><Relationship Type="http://schemas.openxmlformats.org/officeDocument/2006/relationships/extended-properties" Target="/docProps/app.xml" Id="Rb24ce14ae1f7469a" /><Relationship Type="http://schemas.openxmlformats.org/officeDocument/2006/relationships/officeDocument" Target="/ppt/presentation.xml" Id="R0f684d19f42643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83a2fcc92f45e0"/>
  </p:sldMasterIdLst>
  <p:notesMasterIdLst>
    <p:notesMasterId xmlns:r="http://schemas.openxmlformats.org/officeDocument/2006/relationships" r:id="Rd2433adf71cc4bf2"/>
  </p:notesMasterIdLst>
  <p:sldIdLst>
    <p:sldId xmlns:r="http://schemas.openxmlformats.org/officeDocument/2006/relationships" id="256" r:id="R86d4f3f6cf9d49b9"/>
    <p:sldId xmlns:r="http://schemas.openxmlformats.org/officeDocument/2006/relationships" id="257" r:id="Rb097b66006674313"/>
    <p:sldId xmlns:r="http://schemas.openxmlformats.org/officeDocument/2006/relationships" id="258" r:id="R1b83fd601d8d49d3"/>
    <p:sldId xmlns:r="http://schemas.openxmlformats.org/officeDocument/2006/relationships" id="259" r:id="Reb2365a2ce764a1c"/>
    <p:sldId xmlns:r="http://schemas.openxmlformats.org/officeDocument/2006/relationships" id="260" r:id="R4dd89e15eb184d72"/>
    <p:sldId xmlns:r="http://schemas.openxmlformats.org/officeDocument/2006/relationships" id="261" r:id="R921fc6c174764216"/>
    <p:sldId xmlns:r="http://schemas.openxmlformats.org/officeDocument/2006/relationships" id="262" r:id="R83ef5c12e20c4fe4"/>
    <p:sldId xmlns:r="http://schemas.openxmlformats.org/officeDocument/2006/relationships" id="263" r:id="Recc5a84a51e043e3"/>
    <p:sldId xmlns:r="http://schemas.openxmlformats.org/officeDocument/2006/relationships" id="264" r:id="R839cd976fcc24b22"/>
    <p:sldId xmlns:r="http://schemas.openxmlformats.org/officeDocument/2006/relationships" id="265" r:id="Ra9762433bc0b4f3d"/>
    <p:sldId xmlns:r="http://schemas.openxmlformats.org/officeDocument/2006/relationships" id="266" r:id="R13fcb5102323491e"/>
    <p:sldId xmlns:r="http://schemas.openxmlformats.org/officeDocument/2006/relationships" id="267" r:id="R2d9cd2935b7041c8"/>
    <p:sldId xmlns:r="http://schemas.openxmlformats.org/officeDocument/2006/relationships" id="268" r:id="R93bb99d26cc04a9e"/>
    <p:sldId xmlns:r="http://schemas.openxmlformats.org/officeDocument/2006/relationships" id="269" r:id="Reb667d2bcc1f46f1"/>
    <p:sldId xmlns:r="http://schemas.openxmlformats.org/officeDocument/2006/relationships" id="270" r:id="R26306c28eadf4145"/>
    <p:sldId xmlns:r="http://schemas.openxmlformats.org/officeDocument/2006/relationships" id="271" r:id="Ra6840c6af1cc45ab"/>
    <p:sldId xmlns:r="http://schemas.openxmlformats.org/officeDocument/2006/relationships" id="272" r:id="Rbfb433b67b2343dc"/>
    <p:sldId xmlns:r="http://schemas.openxmlformats.org/officeDocument/2006/relationships" id="273" r:id="R202f9896797e477d"/>
    <p:sldId xmlns:r="http://schemas.openxmlformats.org/officeDocument/2006/relationships" id="274" r:id="R48cf050b404d42c4"/>
    <p:sldId xmlns:r="http://schemas.openxmlformats.org/officeDocument/2006/relationships" id="275" r:id="R165246c0af5a4011"/>
    <p:sldId xmlns:r="http://schemas.openxmlformats.org/officeDocument/2006/relationships" id="276" r:id="Rf7ceae4d2f424ec8"/>
    <p:sldId xmlns:r="http://schemas.openxmlformats.org/officeDocument/2006/relationships" id="277" r:id="Rb68d69a306a2408f"/>
    <p:sldId xmlns:r="http://schemas.openxmlformats.org/officeDocument/2006/relationships" id="278" r:id="R77ff5c09acc24c7d"/>
    <p:sldId xmlns:r="http://schemas.openxmlformats.org/officeDocument/2006/relationships" id="279" r:id="Ra4ccef9c76cc434b"/>
    <p:sldId xmlns:r="http://schemas.openxmlformats.org/officeDocument/2006/relationships" id="280" r:id="R123ea2449a624f50"/>
    <p:sldId xmlns:r="http://schemas.openxmlformats.org/officeDocument/2006/relationships" id="281" r:id="R14771f5bc0c24007"/>
    <p:sldId xmlns:r="http://schemas.openxmlformats.org/officeDocument/2006/relationships" id="282" r:id="R5cce2491a42f445c"/>
    <p:sldId xmlns:r="http://schemas.openxmlformats.org/officeDocument/2006/relationships" id="283" r:id="R8b0dddb72c114020"/>
    <p:sldId xmlns:r="http://schemas.openxmlformats.org/officeDocument/2006/relationships" id="284" r:id="R1d36d377889c4257"/>
    <p:sldId xmlns:r="http://schemas.openxmlformats.org/officeDocument/2006/relationships" id="285" r:id="Re688e2066c374df5"/>
    <p:sldId xmlns:r="http://schemas.openxmlformats.org/officeDocument/2006/relationships" id="286" r:id="Rbcd7b29db38240f4"/>
    <p:sldId xmlns:r="http://schemas.openxmlformats.org/officeDocument/2006/relationships" id="287" r:id="R2b47cb19c3b64c77"/>
    <p:sldId xmlns:r="http://schemas.openxmlformats.org/officeDocument/2006/relationships" id="288" r:id="R664e116677f1457c"/>
    <p:sldId xmlns:r="http://schemas.openxmlformats.org/officeDocument/2006/relationships" id="289" r:id="Rb24b883393c54cee"/>
    <p:sldId xmlns:r="http://schemas.openxmlformats.org/officeDocument/2006/relationships" id="290" r:id="Ra66ffee9ab7648fa"/>
    <p:sldId xmlns:r="http://schemas.openxmlformats.org/officeDocument/2006/relationships" id="291" r:id="R8bfb6e6d04a54a2f"/>
    <p:sldId xmlns:r="http://schemas.openxmlformats.org/officeDocument/2006/relationships" id="292" r:id="Ree91a2e1da1f4b69"/>
    <p:sldId xmlns:r="http://schemas.openxmlformats.org/officeDocument/2006/relationships" id="293" r:id="R70150508e74544da"/>
    <p:sldId xmlns:r="http://schemas.openxmlformats.org/officeDocument/2006/relationships" id="294" r:id="Ra2d81c45f0524c2e"/>
    <p:sldId xmlns:r="http://schemas.openxmlformats.org/officeDocument/2006/relationships" id="295" r:id="R2306fe16866a4315"/>
    <p:sldId xmlns:r="http://schemas.openxmlformats.org/officeDocument/2006/relationships" id="296" r:id="Re30f5986151f4513"/>
    <p:sldId xmlns:r="http://schemas.openxmlformats.org/officeDocument/2006/relationships" id="297" r:id="R9e3a6f33bc2c4862"/>
    <p:sldId xmlns:r="http://schemas.openxmlformats.org/officeDocument/2006/relationships" id="298" r:id="R943120c73f7747ae"/>
    <p:sldId xmlns:r="http://schemas.openxmlformats.org/officeDocument/2006/relationships" id="299" r:id="Re43f4e81962b4102"/>
    <p:sldId xmlns:r="http://schemas.openxmlformats.org/officeDocument/2006/relationships" id="300" r:id="R076c8d3c521a41bb"/>
    <p:sldId xmlns:r="http://schemas.openxmlformats.org/officeDocument/2006/relationships" id="301" r:id="R9f8b68de89e549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e6877724f44bf7" /><Relationship Type="http://schemas.openxmlformats.org/officeDocument/2006/relationships/slideMaster" Target="/ppt/slideMasters/slideMaster1.xml" Id="R4c83a2fcc92f45e0" /><Relationship Type="http://schemas.openxmlformats.org/officeDocument/2006/relationships/notesMaster" Target="/ppt/notesMasters/notesMaster1.xml" Id="Rd2433adf71cc4bf2" /><Relationship Type="http://schemas.openxmlformats.org/officeDocument/2006/relationships/presProps" Target="/ppt/presProps.xml" Id="R1bb0df84dbae44b5" /><Relationship Type="http://schemas.openxmlformats.org/officeDocument/2006/relationships/tableStyles" Target="/ppt/tableStyles.xml" Id="Rb3c9b489dfc944a1" /><Relationship Type="http://schemas.openxmlformats.org/officeDocument/2006/relationships/slide" Target="/ppt/slides/slide1.xml" Id="R86d4f3f6cf9d49b9" /><Relationship Type="http://schemas.openxmlformats.org/officeDocument/2006/relationships/slide" Target="/ppt/slides/slide2.xml" Id="Rb097b66006674313" /><Relationship Type="http://schemas.openxmlformats.org/officeDocument/2006/relationships/slide" Target="/ppt/slides/slide3.xml" Id="R1b83fd601d8d49d3" /><Relationship Type="http://schemas.openxmlformats.org/officeDocument/2006/relationships/slide" Target="/ppt/slides/slide4.xml" Id="Reb2365a2ce764a1c" /><Relationship Type="http://schemas.openxmlformats.org/officeDocument/2006/relationships/slide" Target="/ppt/slides/slide5.xml" Id="R4dd89e15eb184d72" /><Relationship Type="http://schemas.openxmlformats.org/officeDocument/2006/relationships/slide" Target="/ppt/slides/slide6.xml" Id="R921fc6c174764216" /><Relationship Type="http://schemas.openxmlformats.org/officeDocument/2006/relationships/slide" Target="/ppt/slides/slide7.xml" Id="R83ef5c12e20c4fe4" /><Relationship Type="http://schemas.openxmlformats.org/officeDocument/2006/relationships/slide" Target="/ppt/slides/slide8.xml" Id="Recc5a84a51e043e3" /><Relationship Type="http://schemas.openxmlformats.org/officeDocument/2006/relationships/slide" Target="/ppt/slides/slide9.xml" Id="R839cd976fcc24b22" /><Relationship Type="http://schemas.openxmlformats.org/officeDocument/2006/relationships/slide" Target="/ppt/slides/slide10.xml" Id="Ra9762433bc0b4f3d" /><Relationship Type="http://schemas.openxmlformats.org/officeDocument/2006/relationships/slide" Target="/ppt/slides/slide11.xml" Id="R13fcb5102323491e" /><Relationship Type="http://schemas.openxmlformats.org/officeDocument/2006/relationships/slide" Target="/ppt/slides/slide12.xml" Id="R2d9cd2935b7041c8" /><Relationship Type="http://schemas.openxmlformats.org/officeDocument/2006/relationships/slide" Target="/ppt/slides/slide13.xml" Id="R93bb99d26cc04a9e" /><Relationship Type="http://schemas.openxmlformats.org/officeDocument/2006/relationships/slide" Target="/ppt/slides/slide14.xml" Id="Reb667d2bcc1f46f1" /><Relationship Type="http://schemas.openxmlformats.org/officeDocument/2006/relationships/slide" Target="/ppt/slides/slide15.xml" Id="R26306c28eadf4145" /><Relationship Type="http://schemas.openxmlformats.org/officeDocument/2006/relationships/slide" Target="/ppt/slides/slide16.xml" Id="Ra6840c6af1cc45ab" /><Relationship Type="http://schemas.openxmlformats.org/officeDocument/2006/relationships/slide" Target="/ppt/slides/slide17.xml" Id="Rbfb433b67b2343dc" /><Relationship Type="http://schemas.openxmlformats.org/officeDocument/2006/relationships/slide" Target="/ppt/slides/slide18.xml" Id="R202f9896797e477d" /><Relationship Type="http://schemas.openxmlformats.org/officeDocument/2006/relationships/slide" Target="/ppt/slides/slide19.xml" Id="R48cf050b404d42c4" /><Relationship Type="http://schemas.openxmlformats.org/officeDocument/2006/relationships/slide" Target="/ppt/slides/slide20.xml" Id="R165246c0af5a4011" /><Relationship Type="http://schemas.openxmlformats.org/officeDocument/2006/relationships/slide" Target="/ppt/slides/slide21.xml" Id="Rf7ceae4d2f424ec8" /><Relationship Type="http://schemas.openxmlformats.org/officeDocument/2006/relationships/slide" Target="/ppt/slides/slide22.xml" Id="Rb68d69a306a2408f" /><Relationship Type="http://schemas.openxmlformats.org/officeDocument/2006/relationships/slide" Target="/ppt/slides/slide23.xml" Id="R77ff5c09acc24c7d" /><Relationship Type="http://schemas.openxmlformats.org/officeDocument/2006/relationships/slide" Target="/ppt/slides/slide24.xml" Id="Ra4ccef9c76cc434b" /><Relationship Type="http://schemas.openxmlformats.org/officeDocument/2006/relationships/slide" Target="/ppt/slides/slide25.xml" Id="R123ea2449a624f50" /><Relationship Type="http://schemas.openxmlformats.org/officeDocument/2006/relationships/slide" Target="/ppt/slides/slide26.xml" Id="R14771f5bc0c24007" /><Relationship Type="http://schemas.openxmlformats.org/officeDocument/2006/relationships/slide" Target="/ppt/slides/slide27.xml" Id="R5cce2491a42f445c" /><Relationship Type="http://schemas.openxmlformats.org/officeDocument/2006/relationships/slide" Target="/ppt/slides/slide28.xml" Id="R8b0dddb72c114020" /><Relationship Type="http://schemas.openxmlformats.org/officeDocument/2006/relationships/slide" Target="/ppt/slides/slide29.xml" Id="R1d36d377889c4257" /><Relationship Type="http://schemas.openxmlformats.org/officeDocument/2006/relationships/slide" Target="/ppt/slides/slide30.xml" Id="Re688e2066c374df5" /><Relationship Type="http://schemas.openxmlformats.org/officeDocument/2006/relationships/slide" Target="/ppt/slides/slide31.xml" Id="Rbcd7b29db38240f4" /><Relationship Type="http://schemas.openxmlformats.org/officeDocument/2006/relationships/slide" Target="/ppt/slides/slide32.xml" Id="R2b47cb19c3b64c77" /><Relationship Type="http://schemas.openxmlformats.org/officeDocument/2006/relationships/slide" Target="/ppt/slides/slide33.xml" Id="R664e116677f1457c" /><Relationship Type="http://schemas.openxmlformats.org/officeDocument/2006/relationships/slide" Target="/ppt/slides/slide34.xml" Id="Rb24b883393c54cee" /><Relationship Type="http://schemas.openxmlformats.org/officeDocument/2006/relationships/slide" Target="/ppt/slides/slide35.xml" Id="Ra66ffee9ab7648fa" /><Relationship Type="http://schemas.openxmlformats.org/officeDocument/2006/relationships/slide" Target="/ppt/slides/slide36.xml" Id="R8bfb6e6d04a54a2f" /><Relationship Type="http://schemas.openxmlformats.org/officeDocument/2006/relationships/slide" Target="/ppt/slides/slide37.xml" Id="Ree91a2e1da1f4b69" /><Relationship Type="http://schemas.openxmlformats.org/officeDocument/2006/relationships/slide" Target="/ppt/slides/slide38.xml" Id="R70150508e74544da" /><Relationship Type="http://schemas.openxmlformats.org/officeDocument/2006/relationships/slide" Target="/ppt/slides/slide39.xml" Id="Ra2d81c45f0524c2e" /><Relationship Type="http://schemas.openxmlformats.org/officeDocument/2006/relationships/slide" Target="/ppt/slides/slide40.xml" Id="R2306fe16866a4315" /><Relationship Type="http://schemas.openxmlformats.org/officeDocument/2006/relationships/slide" Target="/ppt/slides/slide41.xml" Id="Re30f5986151f4513" /><Relationship Type="http://schemas.openxmlformats.org/officeDocument/2006/relationships/slide" Target="/ppt/slides/slide42.xml" Id="R9e3a6f33bc2c4862" /><Relationship Type="http://schemas.openxmlformats.org/officeDocument/2006/relationships/slide" Target="/ppt/slides/slide43.xml" Id="R943120c73f7747ae" /><Relationship Type="http://schemas.openxmlformats.org/officeDocument/2006/relationships/slide" Target="/ppt/slides/slide44.xml" Id="Re43f4e81962b4102" /><Relationship Type="http://schemas.openxmlformats.org/officeDocument/2006/relationships/slide" Target="/ppt/slides/slide45.xml" Id="R076c8d3c521a41bb" /><Relationship Type="http://schemas.openxmlformats.org/officeDocument/2006/relationships/slide" Target="/ppt/slides/slide46.xml" Id="R9f8b68de89e549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81e78a056640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3c707615234dbe" /><Relationship Type="http://schemas.openxmlformats.org/officeDocument/2006/relationships/notesMaster" Target="/ppt/notesMasters/notesMaster1.xml" Id="R1fe95d20be0f4e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9a6a2b231e4fe6" /><Relationship Type="http://schemas.openxmlformats.org/officeDocument/2006/relationships/notesMaster" Target="/ppt/notesMasters/notesMaster1.xml" Id="R537d9e05b67c42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3239d30b0945e6" /><Relationship Type="http://schemas.openxmlformats.org/officeDocument/2006/relationships/notesMaster" Target="/ppt/notesMasters/notesMaster1.xml" Id="Rc9772804441641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d9d5010f5e4064" /><Relationship Type="http://schemas.openxmlformats.org/officeDocument/2006/relationships/notesMaster" Target="/ppt/notesMasters/notesMaster1.xml" Id="Rb6c44370468b47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f8f0285e154b87" /><Relationship Type="http://schemas.openxmlformats.org/officeDocument/2006/relationships/notesMaster" Target="/ppt/notesMasters/notesMaster1.xml" Id="R30df42cefa214f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391ebc19834c55" /><Relationship Type="http://schemas.openxmlformats.org/officeDocument/2006/relationships/notesMaster" Target="/ppt/notesMasters/notesMaster1.xml" Id="Ra0bbcb31fb404c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105289a7e247e8" /><Relationship Type="http://schemas.openxmlformats.org/officeDocument/2006/relationships/notesMaster" Target="/ppt/notesMasters/notesMaster1.xml" Id="Rd19636f54aa541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d2f42d64e8420d" /><Relationship Type="http://schemas.openxmlformats.org/officeDocument/2006/relationships/notesMaster" Target="/ppt/notesMasters/notesMaster1.xml" Id="Rb29dd05cf88247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16a223a6824aed" /><Relationship Type="http://schemas.openxmlformats.org/officeDocument/2006/relationships/notesMaster" Target="/ppt/notesMasters/notesMaster1.xml" Id="R00c17b75c12747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d4145e96f44ad4" /><Relationship Type="http://schemas.openxmlformats.org/officeDocument/2006/relationships/notesMaster" Target="/ppt/notesMasters/notesMaster1.xml" Id="Rc2d139f86d284f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791af50e5c440b" /><Relationship Type="http://schemas.openxmlformats.org/officeDocument/2006/relationships/notesMaster" Target="/ppt/notesMasters/notesMaster1.xml" Id="R602f1696243942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a1fbaf70c4432e" /><Relationship Type="http://schemas.openxmlformats.org/officeDocument/2006/relationships/notesMaster" Target="/ppt/notesMasters/notesMaster1.xml" Id="R2066e138d65c4f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ede371204f4b43" /><Relationship Type="http://schemas.openxmlformats.org/officeDocument/2006/relationships/notesMaster" Target="/ppt/notesMasters/notesMaster1.xml" Id="Rf2fa5284bd5a42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351e1c357643d9" /><Relationship Type="http://schemas.openxmlformats.org/officeDocument/2006/relationships/notesMaster" Target="/ppt/notesMasters/notesMaster1.xml" Id="R50efed9fa8f54f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f161506a3844e3f" /><Relationship Type="http://schemas.openxmlformats.org/officeDocument/2006/relationships/notesMaster" Target="/ppt/notesMasters/notesMaster1.xml" Id="Re663fcd258e748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8587d649bc4286" /><Relationship Type="http://schemas.openxmlformats.org/officeDocument/2006/relationships/notesMaster" Target="/ppt/notesMasters/notesMaster1.xml" Id="R5c09829c6b844ac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f146eb63ef3463b" /><Relationship Type="http://schemas.openxmlformats.org/officeDocument/2006/relationships/notesMaster" Target="/ppt/notesMasters/notesMaster1.xml" Id="Rddac4a356a3343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77ee21b336430c" /><Relationship Type="http://schemas.openxmlformats.org/officeDocument/2006/relationships/notesMaster" Target="/ppt/notesMasters/notesMaster1.xml" Id="Ree3ea8f382c342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43189508404bd3" /><Relationship Type="http://schemas.openxmlformats.org/officeDocument/2006/relationships/notesMaster" Target="/ppt/notesMasters/notesMaster1.xml" Id="R179fd7ede3ee411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376e4820de4b30" /><Relationship Type="http://schemas.openxmlformats.org/officeDocument/2006/relationships/notesMaster" Target="/ppt/notesMasters/notesMaster1.xml" Id="R275c55606cba44c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fd3d3ec26d24e90" /><Relationship Type="http://schemas.openxmlformats.org/officeDocument/2006/relationships/notesMaster" Target="/ppt/notesMasters/notesMaster1.xml" Id="R0c279c83c92b480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1f29fadcaa4d39" /><Relationship Type="http://schemas.openxmlformats.org/officeDocument/2006/relationships/notesMaster" Target="/ppt/notesMasters/notesMaster1.xml" Id="R858fd0f148cc433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da0af781ab4102" /><Relationship Type="http://schemas.openxmlformats.org/officeDocument/2006/relationships/notesMaster" Target="/ppt/notesMasters/notesMaster1.xml" Id="R8ada72a4299b40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704af2f2a4e4bcb" /><Relationship Type="http://schemas.openxmlformats.org/officeDocument/2006/relationships/notesMaster" Target="/ppt/notesMasters/notesMaster1.xml" Id="R77b74d500ed3403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15874fc0c494c4b" /><Relationship Type="http://schemas.openxmlformats.org/officeDocument/2006/relationships/notesMaster" Target="/ppt/notesMasters/notesMaster1.xml" Id="Re0945ecb8f7f4ba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bc63976c1e44900" /><Relationship Type="http://schemas.openxmlformats.org/officeDocument/2006/relationships/notesMaster" Target="/ppt/notesMasters/notesMaster1.xml" Id="Re0596403a0d2454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48705005a844865" /><Relationship Type="http://schemas.openxmlformats.org/officeDocument/2006/relationships/notesMaster" Target="/ppt/notesMasters/notesMaster1.xml" Id="Rdb56634b6ce34ee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29d1c71d5184444" /><Relationship Type="http://schemas.openxmlformats.org/officeDocument/2006/relationships/notesMaster" Target="/ppt/notesMasters/notesMaster1.xml" Id="R993336e18a304a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98a3217d3d74c05" /><Relationship Type="http://schemas.openxmlformats.org/officeDocument/2006/relationships/notesMaster" Target="/ppt/notesMasters/notesMaster1.xml" Id="R8de6c767cd1147a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8db30d443a84916" /><Relationship Type="http://schemas.openxmlformats.org/officeDocument/2006/relationships/notesMaster" Target="/ppt/notesMasters/notesMaster1.xml" Id="Ra5622972f3774af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7226b28e1004b50" /><Relationship Type="http://schemas.openxmlformats.org/officeDocument/2006/relationships/notesMaster" Target="/ppt/notesMasters/notesMaster1.xml" Id="R012eda5e20484e0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fb4af01b56a44c8" /><Relationship Type="http://schemas.openxmlformats.org/officeDocument/2006/relationships/notesMaster" Target="/ppt/notesMasters/notesMaster1.xml" Id="R2330a7685ea34e0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5a20a8168564c8b" /><Relationship Type="http://schemas.openxmlformats.org/officeDocument/2006/relationships/notesMaster" Target="/ppt/notesMasters/notesMaster1.xml" Id="R056ffa66b35f410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eddc77030dc4779" /><Relationship Type="http://schemas.openxmlformats.org/officeDocument/2006/relationships/notesMaster" Target="/ppt/notesMasters/notesMaster1.xml" Id="R56d1e7d74d0642f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86e502d947347c7" /><Relationship Type="http://schemas.openxmlformats.org/officeDocument/2006/relationships/notesMaster" Target="/ppt/notesMasters/notesMaster1.xml" Id="Rf6407db5e8864ae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87cb9f4410c4aba" /><Relationship Type="http://schemas.openxmlformats.org/officeDocument/2006/relationships/notesMaster" Target="/ppt/notesMasters/notesMaster1.xml" Id="R15f0e7d3d4ea4ee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9cf258c47804cac" /><Relationship Type="http://schemas.openxmlformats.org/officeDocument/2006/relationships/notesMaster" Target="/ppt/notesMasters/notesMaster1.xml" Id="R400e6fd1344a4ce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448e6857da64dae" /><Relationship Type="http://schemas.openxmlformats.org/officeDocument/2006/relationships/notesMaster" Target="/ppt/notesMasters/notesMaster1.xml" Id="R1a5cac706ea5418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e80b5767a6b42ba" /><Relationship Type="http://schemas.openxmlformats.org/officeDocument/2006/relationships/notesMaster" Target="/ppt/notesMasters/notesMaster1.xml" Id="R97982a63185b4e0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df8837d5efe467b" /><Relationship Type="http://schemas.openxmlformats.org/officeDocument/2006/relationships/notesMaster" Target="/ppt/notesMasters/notesMaster1.xml" Id="R098a7b5ebbec43f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40122c8ae794f59" /><Relationship Type="http://schemas.openxmlformats.org/officeDocument/2006/relationships/notesMaster" Target="/ppt/notesMasters/notesMaster1.xml" Id="R4fede02f0fbc4b9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4ea1943a2ce4abc" /><Relationship Type="http://schemas.openxmlformats.org/officeDocument/2006/relationships/notesMaster" Target="/ppt/notesMasters/notesMaster1.xml" Id="R7c994193b87d482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2f7dadac2a7497a" /><Relationship Type="http://schemas.openxmlformats.org/officeDocument/2006/relationships/notesMaster" Target="/ppt/notesMasters/notesMaster1.xml" Id="R15cb9c1d8d5543e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d41ad01584c4e98" /><Relationship Type="http://schemas.openxmlformats.org/officeDocument/2006/relationships/notesMaster" Target="/ppt/notesMasters/notesMaster1.xml" Id="R3e173d650cea4d7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fa64bc9d3c4528" /><Relationship Type="http://schemas.openxmlformats.org/officeDocument/2006/relationships/notesMaster" Target="/ppt/notesMasters/notesMaster1.xml" Id="R47f4f5d2ead9427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bd8eebc82b94148" /><Relationship Type="http://schemas.openxmlformats.org/officeDocument/2006/relationships/notesMaster" Target="/ppt/notesMasters/notesMaster1.xml" Id="R2caa6512c0b548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91c7b4108c45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9b869a449546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10a7ffe75d4e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ee35df7ab94a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146d22ce1946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1f687ced0942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3FC023-7A63-496F-BFD1-3C53D557B5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C65B745-DD5A-4211-BC43-C9B0E58F03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D45CEB1-D478-4B04-A7A3-07BFA72C36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A9528F-9F74-42A9-B0E7-F3D0BC78EB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EB737FA-FCE9-47F0-BBF8-C6C640FC4F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49518FC-B36E-4E03-A026-E8DDE4980B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F5AD6F-7843-417C-9B90-2CE1BC70BF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A912526-155A-4133-BB53-C4DCD268DB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D1D6A4-67E0-4A84-81DD-8A33113D99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BA7C4B4-2879-43C0-AE94-EA223F5E82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3728cf8b014b60" /><Relationship Type="http://schemas.openxmlformats.org/officeDocument/2006/relationships/slideLayout" Target="/ppt/slideLayouts/slideLayout1.xml" Id="R2847fd1513144832" /><Relationship Type="http://schemas.openxmlformats.org/officeDocument/2006/relationships/slideLayout" Target="/ppt/slideLayouts/slideLayout2.xml" Id="R45b159b6eb04497b" /><Relationship Type="http://schemas.openxmlformats.org/officeDocument/2006/relationships/slideLayout" Target="/ppt/slideLayouts/slideLayout3.xml" Id="Rc4052bb0e0a946d0" /><Relationship Type="http://schemas.openxmlformats.org/officeDocument/2006/relationships/slideLayout" Target="/ppt/slideLayouts/slideLayout4.xml" Id="R6099f141e2f9459d" /><Relationship Type="http://schemas.openxmlformats.org/officeDocument/2006/relationships/slideLayout" Target="/ppt/slideLayouts/slideLayout5.xml" Id="Ra4f6a24a94944e50" /><Relationship Type="http://schemas.openxmlformats.org/officeDocument/2006/relationships/slideLayout" Target="/ppt/slideLayouts/slideLayout6.xml" Id="R351a707c47da40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47fd1513144832"/>
    <p:sldLayoutId xmlns:r="http://schemas.openxmlformats.org/officeDocument/2006/relationships" id="2147483650" r:id="R45b159b6eb04497b"/>
    <p:sldLayoutId xmlns:r="http://schemas.openxmlformats.org/officeDocument/2006/relationships" id="2147483651" r:id="Rc4052bb0e0a946d0"/>
    <p:sldLayoutId xmlns:r="http://schemas.openxmlformats.org/officeDocument/2006/relationships" id="2147483652" r:id="R6099f141e2f9459d"/>
    <p:sldLayoutId xmlns:r="http://schemas.openxmlformats.org/officeDocument/2006/relationships" id="2147483653" r:id="Ra4f6a24a94944e50"/>
    <p:sldLayoutId xmlns:r="http://schemas.openxmlformats.org/officeDocument/2006/relationships" id="2147483654" r:id="R351a707c47da40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bc21bcdae844f7" /><Relationship Type="http://schemas.openxmlformats.org/officeDocument/2006/relationships/image" Target="/ppt/media/image.png" Id="Rd85bfa666a3845aa" /><Relationship Type="http://schemas.openxmlformats.org/officeDocument/2006/relationships/image" Target="/ppt/media/image2.png" Id="R0b751b34a04c4a33" /><Relationship Type="http://schemas.openxmlformats.org/officeDocument/2006/relationships/notesSlide" Target="/ppt/notesSlides/notesSlide1.xml" Id="R7fdda0096d5e41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05b4e96d3467f" /><Relationship Type="http://schemas.openxmlformats.org/officeDocument/2006/relationships/image" Target="/ppt/media/image3.png" Id="Re041bd5539904e3b" /><Relationship Type="http://schemas.openxmlformats.org/officeDocument/2006/relationships/notesSlide" Target="/ppt/notesSlides/notesSlide2.xml" Id="R55cc45d183184e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1f5b7059c0476d" /><Relationship Type="http://schemas.openxmlformats.org/officeDocument/2006/relationships/image" Target="/ppt/media/image4.png" Id="R2fe621cfbcd94ca2" /><Relationship Type="http://schemas.openxmlformats.org/officeDocument/2006/relationships/notesSlide" Target="/ppt/notesSlides/notesSlide3.xml" Id="Rc77612d32a3743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f4a4d35360443a" /><Relationship Type="http://schemas.openxmlformats.org/officeDocument/2006/relationships/image" Target="/ppt/media/image5.png" Id="R62de5d5546914cf8" /><Relationship Type="http://schemas.openxmlformats.org/officeDocument/2006/relationships/notesSlide" Target="/ppt/notesSlides/notesSlide4.xml" Id="R70e2d3dc133b40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4fbda465a2498b" /><Relationship Type="http://schemas.openxmlformats.org/officeDocument/2006/relationships/image" Target="/ppt/media/image6.png" Id="R630a82f17e624ff7" /><Relationship Type="http://schemas.openxmlformats.org/officeDocument/2006/relationships/notesSlide" Target="/ppt/notesSlides/notesSlide5.xml" Id="Rda84d8c2430c4b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80831385a48fa" /><Relationship Type="http://schemas.openxmlformats.org/officeDocument/2006/relationships/image" Target="/ppt/media/image7.png" Id="Rfd5e40540d7f46d9" /><Relationship Type="http://schemas.openxmlformats.org/officeDocument/2006/relationships/image" Target="/ppt/media/image8.png" Id="Re6d24b328c6543f5" /><Relationship Type="http://schemas.openxmlformats.org/officeDocument/2006/relationships/notesSlide" Target="/ppt/notesSlides/notesSlide6.xml" Id="R8057d02e916543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88eeb440cc4c51" /><Relationship Type="http://schemas.openxmlformats.org/officeDocument/2006/relationships/image" Target="/ppt/media/image9.png" Id="Rcf29c0fc1be64fbd" /><Relationship Type="http://schemas.openxmlformats.org/officeDocument/2006/relationships/notesSlide" Target="/ppt/notesSlides/notesSlide7.xml" Id="Rf6e4a482e7714b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141d39b2a4940" /><Relationship Type="http://schemas.openxmlformats.org/officeDocument/2006/relationships/image" Target="/ppt/media/image10.png" Id="Rfd5176b6db344a39" /><Relationship Type="http://schemas.openxmlformats.org/officeDocument/2006/relationships/image" Target="/ppt/media/image.jpeg" Id="R0e6ab42c29ad4524" /><Relationship Type="http://schemas.openxmlformats.org/officeDocument/2006/relationships/image" Target="/ppt/media/image2.jpeg" Id="Re5d8712b0e1f421c" /><Relationship Type="http://schemas.openxmlformats.org/officeDocument/2006/relationships/image" Target="/ppt/media/image3.jpeg" Id="R06a53aea629b459c" /><Relationship Type="http://schemas.openxmlformats.org/officeDocument/2006/relationships/notesSlide" Target="/ppt/notesSlides/notesSlide8.xml" Id="R7c7c2c0ae81649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87f85e88b74051" /><Relationship Type="http://schemas.openxmlformats.org/officeDocument/2006/relationships/image" Target="/ppt/media/image11.png" Id="Ra78a00b0caa2404a" /><Relationship Type="http://schemas.openxmlformats.org/officeDocument/2006/relationships/notesSlide" Target="/ppt/notesSlides/notesSlide9.xml" Id="R80c9d0e9992c4e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83c18f9bb9480e" /><Relationship Type="http://schemas.openxmlformats.org/officeDocument/2006/relationships/image" Target="/ppt/media/image12.png" Id="Rc38b698f509e4f3d" /><Relationship Type="http://schemas.openxmlformats.org/officeDocument/2006/relationships/notesSlide" Target="/ppt/notesSlides/notesSlide10.xml" Id="R6499a7543a704b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0a96455ce64b27" /><Relationship Type="http://schemas.openxmlformats.org/officeDocument/2006/relationships/image" Target="/ppt/media/image13.png" Id="R0d2bfd20d58a4928" /><Relationship Type="http://schemas.openxmlformats.org/officeDocument/2006/relationships/image" Target="/ppt/media/image14.png" Id="R18d0a09461044209" /><Relationship Type="http://schemas.openxmlformats.org/officeDocument/2006/relationships/notesSlide" Target="/ppt/notesSlides/notesSlide11.xml" Id="R272d9c06a1d340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d1a38ed8bf4866" /><Relationship Type="http://schemas.openxmlformats.org/officeDocument/2006/relationships/image" Target="/ppt/media/image15.png" Id="R9ba19e6887984077" /><Relationship Type="http://schemas.openxmlformats.org/officeDocument/2006/relationships/image" Target="/ppt/media/image16.png" Id="R4f06cd7a552b4eab" /><Relationship Type="http://schemas.openxmlformats.org/officeDocument/2006/relationships/image" Target="/ppt/media/image.gif" Id="Rf87b4f1d2dcf4460" /><Relationship Type="http://schemas.openxmlformats.org/officeDocument/2006/relationships/notesSlide" Target="/ppt/notesSlides/notesSlide12.xml" Id="R214bb3fb2e7845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b9e17981e742cb" /><Relationship Type="http://schemas.openxmlformats.org/officeDocument/2006/relationships/image" Target="/ppt/media/image17.png" Id="R4144b4fe325f4195" /><Relationship Type="http://schemas.openxmlformats.org/officeDocument/2006/relationships/notesSlide" Target="/ppt/notesSlides/notesSlide13.xml" Id="Rbb0cde1ace6f43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70be0ce4a44297" /><Relationship Type="http://schemas.openxmlformats.org/officeDocument/2006/relationships/image" Target="/ppt/media/image18.png" Id="Rcd0703086a664877" /><Relationship Type="http://schemas.openxmlformats.org/officeDocument/2006/relationships/image" Target="/ppt/media/image19.png" Id="Raa314e92609f4355" /><Relationship Type="http://schemas.openxmlformats.org/officeDocument/2006/relationships/notesSlide" Target="/ppt/notesSlides/notesSlide14.xml" Id="R09b18e600d2449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d7cb2e9c534311" /><Relationship Type="http://schemas.openxmlformats.org/officeDocument/2006/relationships/image" Target="/ppt/media/image20.png" Id="R5c75feb0028b48d3" /><Relationship Type="http://schemas.openxmlformats.org/officeDocument/2006/relationships/image" Target="/ppt/media/image21.png" Id="R9b70df180db7475e" /><Relationship Type="http://schemas.openxmlformats.org/officeDocument/2006/relationships/notesSlide" Target="/ppt/notesSlides/notesSlide15.xml" Id="Rdb3553af4fe14f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6425874e314b04" /><Relationship Type="http://schemas.openxmlformats.org/officeDocument/2006/relationships/image" Target="/ppt/media/image22.png" Id="R677978239d914f16" /><Relationship Type="http://schemas.openxmlformats.org/officeDocument/2006/relationships/image" Target="/ppt/media/image23.png" Id="R2816cce826924fc2" /><Relationship Type="http://schemas.openxmlformats.org/officeDocument/2006/relationships/notesSlide" Target="/ppt/notesSlides/notesSlide16.xml" Id="R311041c868964df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e5858f3b36401e" /><Relationship Type="http://schemas.openxmlformats.org/officeDocument/2006/relationships/image" Target="/ppt/media/image24.png" Id="R3b143a2886fb4c70" /><Relationship Type="http://schemas.openxmlformats.org/officeDocument/2006/relationships/notesSlide" Target="/ppt/notesSlides/notesSlide17.xml" Id="R8af1133fa209425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ad12818f304f4c" /><Relationship Type="http://schemas.openxmlformats.org/officeDocument/2006/relationships/image" Target="/ppt/media/image25.png" Id="R345808bac5074d6b" /><Relationship Type="http://schemas.openxmlformats.org/officeDocument/2006/relationships/image" Target="/ppt/media/image26.png" Id="R2cccf3a45d854344" /><Relationship Type="http://schemas.openxmlformats.org/officeDocument/2006/relationships/image" Target="/ppt/media/image27.png" Id="R1f0d2f1c5b3c458b" /><Relationship Type="http://schemas.openxmlformats.org/officeDocument/2006/relationships/notesSlide" Target="/ppt/notesSlides/notesSlide18.xml" Id="R0e2b36721f12428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dae527b2244c9" /><Relationship Type="http://schemas.openxmlformats.org/officeDocument/2006/relationships/image" Target="/ppt/media/image28.png" Id="R07252412babe4c47" /><Relationship Type="http://schemas.openxmlformats.org/officeDocument/2006/relationships/notesSlide" Target="/ppt/notesSlides/notesSlide19.xml" Id="R132016a693db4cf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57e62b4cca4f56" /><Relationship Type="http://schemas.openxmlformats.org/officeDocument/2006/relationships/image" Target="/ppt/media/image29.png" Id="R1279e7b71d154518" /><Relationship Type="http://schemas.openxmlformats.org/officeDocument/2006/relationships/image" Target="/ppt/media/image30.png" Id="Rfd69b9a41c3044ac" /><Relationship Type="http://schemas.openxmlformats.org/officeDocument/2006/relationships/notesSlide" Target="/ppt/notesSlides/notesSlide20.xml" Id="R62074e5c2fc34ca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d4d3e8f0eb4547" /><Relationship Type="http://schemas.openxmlformats.org/officeDocument/2006/relationships/image" Target="/ppt/media/image31.png" Id="R3ff5622863fa48d9" /><Relationship Type="http://schemas.openxmlformats.org/officeDocument/2006/relationships/image" Target="/ppt/media/image32.png" Id="R4cfcb0bfd5464fa1" /><Relationship Type="http://schemas.openxmlformats.org/officeDocument/2006/relationships/notesSlide" Target="/ppt/notesSlides/notesSlide21.xml" Id="Ra9495222881546c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1c16b497434d1a" /><Relationship Type="http://schemas.openxmlformats.org/officeDocument/2006/relationships/image" Target="/ppt/media/image33.png" Id="R2982eb59d15c44e9" /><Relationship Type="http://schemas.openxmlformats.org/officeDocument/2006/relationships/image" Target="/ppt/media/image34.png" Id="Rcc1c99d239a44d90" /><Relationship Type="http://schemas.openxmlformats.org/officeDocument/2006/relationships/notesSlide" Target="/ppt/notesSlides/notesSlide22.xml" Id="R519b14098049473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7de75aabfe4f15" /><Relationship Type="http://schemas.openxmlformats.org/officeDocument/2006/relationships/image" Target="/ppt/media/image35.png" Id="Raddefd2af9094176" /><Relationship Type="http://schemas.openxmlformats.org/officeDocument/2006/relationships/notesSlide" Target="/ppt/notesSlides/notesSlide23.xml" Id="R89257a60127c49e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a99dcb82134689" /><Relationship Type="http://schemas.openxmlformats.org/officeDocument/2006/relationships/image" Target="/ppt/media/image36.png" Id="R8a2ca7b8d671410c" /><Relationship Type="http://schemas.openxmlformats.org/officeDocument/2006/relationships/notesSlide" Target="/ppt/notesSlides/notesSlide24.xml" Id="Rdd32f2d6d284415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4b75b3d1204d3c" /><Relationship Type="http://schemas.openxmlformats.org/officeDocument/2006/relationships/image" Target="/ppt/media/image37.png" Id="R4a0315a3317a47ab" /><Relationship Type="http://schemas.openxmlformats.org/officeDocument/2006/relationships/notesSlide" Target="/ppt/notesSlides/notesSlide25.xml" Id="R6434dc7758764c3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d5805154d6464e" /><Relationship Type="http://schemas.openxmlformats.org/officeDocument/2006/relationships/image" Target="/ppt/media/image38.png" Id="R51a486f17222456f" /><Relationship Type="http://schemas.openxmlformats.org/officeDocument/2006/relationships/notesSlide" Target="/ppt/notesSlides/notesSlide26.xml" Id="R5b9e5f3309c9439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c779ca13944c5e" /><Relationship Type="http://schemas.openxmlformats.org/officeDocument/2006/relationships/image" Target="/ppt/media/image39.png" Id="R7bd5f7c06a004e40" /><Relationship Type="http://schemas.openxmlformats.org/officeDocument/2006/relationships/notesSlide" Target="/ppt/notesSlides/notesSlide27.xml" Id="R331c9fa4901b4b7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ef39fb6724b00" /><Relationship Type="http://schemas.openxmlformats.org/officeDocument/2006/relationships/image" Target="/ppt/media/image40.png" Id="R4131656e04bc4648" /><Relationship Type="http://schemas.openxmlformats.org/officeDocument/2006/relationships/notesSlide" Target="/ppt/notesSlides/notesSlide28.xml" Id="R67a0c60d54d24d4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0f8dd9b6ac46c3" /><Relationship Type="http://schemas.openxmlformats.org/officeDocument/2006/relationships/image" Target="/ppt/media/image41.png" Id="R06bbec8556624573" /><Relationship Type="http://schemas.openxmlformats.org/officeDocument/2006/relationships/image" Target="/ppt/media/image42.png" Id="R176016783b704cb0" /><Relationship Type="http://schemas.openxmlformats.org/officeDocument/2006/relationships/notesSlide" Target="/ppt/notesSlides/notesSlide29.xml" Id="R8f88486f6cec425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494623f65b4e0e" /><Relationship Type="http://schemas.openxmlformats.org/officeDocument/2006/relationships/image" Target="/ppt/media/image43.png" Id="R9a7fd99da2fe446d" /><Relationship Type="http://schemas.openxmlformats.org/officeDocument/2006/relationships/image" Target="/ppt/media/image44.png" Id="R87c306a1a1074b69" /><Relationship Type="http://schemas.openxmlformats.org/officeDocument/2006/relationships/notesSlide" Target="/ppt/notesSlides/notesSlide30.xml" Id="R24f9def7ee2841d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badc3223634547" /><Relationship Type="http://schemas.openxmlformats.org/officeDocument/2006/relationships/image" Target="/ppt/media/image45.png" Id="R24fe7144378b47a9" /><Relationship Type="http://schemas.openxmlformats.org/officeDocument/2006/relationships/notesSlide" Target="/ppt/notesSlides/notesSlide31.xml" Id="R891dd48655c64ca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a06a47eb4b45bc" /><Relationship Type="http://schemas.openxmlformats.org/officeDocument/2006/relationships/image" Target="/ppt/media/image46.png" Id="R058ea2c638464fe6" /><Relationship Type="http://schemas.openxmlformats.org/officeDocument/2006/relationships/notesSlide" Target="/ppt/notesSlides/notesSlide32.xml" Id="R0598f2be923d42f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717522ecbb4c66" /><Relationship Type="http://schemas.openxmlformats.org/officeDocument/2006/relationships/image" Target="/ppt/media/image47.png" Id="R696ef32b653e4c58" /><Relationship Type="http://schemas.openxmlformats.org/officeDocument/2006/relationships/notesSlide" Target="/ppt/notesSlides/notesSlide33.xml" Id="R96b20e2ed61245a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57c25ae7b04bb7" /><Relationship Type="http://schemas.openxmlformats.org/officeDocument/2006/relationships/image" Target="/ppt/media/image48.png" Id="R0bd3a42985364dd5" /><Relationship Type="http://schemas.openxmlformats.org/officeDocument/2006/relationships/notesSlide" Target="/ppt/notesSlides/notesSlide34.xml" Id="Rf869a5b8197241c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09d39f41314e80" /><Relationship Type="http://schemas.openxmlformats.org/officeDocument/2006/relationships/image" Target="/ppt/media/image49.png" Id="Re9c908520755498b" /><Relationship Type="http://schemas.openxmlformats.org/officeDocument/2006/relationships/notesSlide" Target="/ppt/notesSlides/notesSlide35.xml" Id="Rc60105a6d109441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e14956d9dd460c" /><Relationship Type="http://schemas.openxmlformats.org/officeDocument/2006/relationships/image" Target="/ppt/media/image50.png" Id="Rad1bb3274c41409d" /><Relationship Type="http://schemas.openxmlformats.org/officeDocument/2006/relationships/image" Target="/ppt/media/image51.png" Id="R522f2b93df474899" /><Relationship Type="http://schemas.openxmlformats.org/officeDocument/2006/relationships/notesSlide" Target="/ppt/notesSlides/notesSlide36.xml" Id="Rc762bb3b73004da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958f2536c04e12" /><Relationship Type="http://schemas.openxmlformats.org/officeDocument/2006/relationships/image" Target="/ppt/media/image52.png" Id="Rcae56ce0f7534c95" /><Relationship Type="http://schemas.openxmlformats.org/officeDocument/2006/relationships/image" Target="/ppt/media/image53.png" Id="R7ef4ad142a514866" /><Relationship Type="http://schemas.openxmlformats.org/officeDocument/2006/relationships/notesSlide" Target="/ppt/notesSlides/notesSlide37.xml" Id="R26b3775d6cab486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191d129732415d" /><Relationship Type="http://schemas.openxmlformats.org/officeDocument/2006/relationships/image" Target="/ppt/media/image54.png" Id="Rd1a9debd11c040c9" /><Relationship Type="http://schemas.openxmlformats.org/officeDocument/2006/relationships/image" Target="/ppt/media/image55.png" Id="R80bfba53cbcc4d90" /><Relationship Type="http://schemas.openxmlformats.org/officeDocument/2006/relationships/notesSlide" Target="/ppt/notesSlides/notesSlide38.xml" Id="Rb03d8e852159405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80fb5a3705488a" /><Relationship Type="http://schemas.openxmlformats.org/officeDocument/2006/relationships/image" Target="/ppt/media/image56.png" Id="Rffc5ee0d07064eb3" /><Relationship Type="http://schemas.openxmlformats.org/officeDocument/2006/relationships/notesSlide" Target="/ppt/notesSlides/notesSlide39.xml" Id="R733d55f87fcc4ea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cf0f5cc3a04802" /><Relationship Type="http://schemas.openxmlformats.org/officeDocument/2006/relationships/image" Target="/ppt/media/image57.png" Id="R380feafe36264061" /><Relationship Type="http://schemas.openxmlformats.org/officeDocument/2006/relationships/notesSlide" Target="/ppt/notesSlides/notesSlide40.xml" Id="Ra783827038aa4b8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10832794804d2c" /><Relationship Type="http://schemas.openxmlformats.org/officeDocument/2006/relationships/image" Target="/ppt/media/image58.png" Id="R30c391ba34ae40bb" /><Relationship Type="http://schemas.openxmlformats.org/officeDocument/2006/relationships/notesSlide" Target="/ppt/notesSlides/notesSlide41.xml" Id="R8298aca2d9ac404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8aad97a05a4701" /><Relationship Type="http://schemas.openxmlformats.org/officeDocument/2006/relationships/image" Target="/ppt/media/image59.png" Id="Rf573a1b395c54cd1" /><Relationship Type="http://schemas.openxmlformats.org/officeDocument/2006/relationships/notesSlide" Target="/ppt/notesSlides/notesSlide42.xml" Id="R6ee5033bade8470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e77fe1faff4474" /><Relationship Type="http://schemas.openxmlformats.org/officeDocument/2006/relationships/image" Target="/ppt/media/image60.png" Id="R9d37ed11be0e4fdd" /><Relationship Type="http://schemas.openxmlformats.org/officeDocument/2006/relationships/notesSlide" Target="/ppt/notesSlides/notesSlide43.xml" Id="R58bcbb0708b1432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8da175ca14982" /><Relationship Type="http://schemas.openxmlformats.org/officeDocument/2006/relationships/image" Target="/ppt/media/image61.png" Id="R67f69ba890bf4bfd" /><Relationship Type="http://schemas.openxmlformats.org/officeDocument/2006/relationships/image" Target="/ppt/media/image4.jpeg" Id="R2649b4c0d89c46e0" /><Relationship Type="http://schemas.openxmlformats.org/officeDocument/2006/relationships/hyperlink" Target="https://www.youtube.com/watch?v=BCj4TC5oMSI" TargetMode="External" Id="Rd9c8692ef25f42b7" /><Relationship Type="http://schemas.openxmlformats.org/officeDocument/2006/relationships/notesSlide" Target="/ppt/notesSlides/notesSlide44.xml" Id="Rf18f0ae3f64a4b7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e918d433ed4fee" /><Relationship Type="http://schemas.openxmlformats.org/officeDocument/2006/relationships/image" Target="/ppt/media/image62.png" Id="Rd1647415e5ce4eba" /><Relationship Type="http://schemas.openxmlformats.org/officeDocument/2006/relationships/image" Target="/ppt/media/image5.jpeg" Id="Rb88d8b816e0742b5" /><Relationship Type="http://schemas.openxmlformats.org/officeDocument/2006/relationships/hyperlink" Target="https://www.youtube.com/watch?v=5MO65-P6nm8" TargetMode="External" Id="R093f1cf159ac4b97" /><Relationship Type="http://schemas.openxmlformats.org/officeDocument/2006/relationships/notesSlide" Target="/ppt/notesSlides/notesSlide45.xml" Id="R57803202ce184f3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e0f1828e3b4bad" /><Relationship Type="http://schemas.openxmlformats.org/officeDocument/2006/relationships/image" Target="/ppt/media/image63.png" Id="Rdb6a3e21e12a4c9e" /><Relationship Type="http://schemas.openxmlformats.org/officeDocument/2006/relationships/image" Target="/ppt/media/image6.jpeg" Id="Rd0cb9e5e70914542" /><Relationship Type="http://schemas.openxmlformats.org/officeDocument/2006/relationships/hyperlink" Target="https://techarthub.com/the-anatomy-of-an-unreal-engine-master-material/" TargetMode="External" Id="R16abe3dad2034119" /><Relationship Type="http://schemas.openxmlformats.org/officeDocument/2006/relationships/notesSlide" Target="/ppt/notesSlides/notesSlide46.xml" Id="Rc24ac872fc8549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2A8C1-42FD-420D-B287-9DF3E67FD4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bfa666a3845a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200A9-9550-41A1-8C75-B25A813E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2DFF5"/>
                </a:solidFill>
              </a:defRPr>
            </a:defPPr>
            <a:lvl1pPr>
              <a:defRPr sz="1650" b="1">
                <a:solidFill>
                  <a:srgbClr val="62DFF5"/>
                </a:solidFill>
              </a:defRPr>
            </a:lvl1pPr>
            <a:lvl2pPr>
              <a:defRPr sz="1650" b="1">
                <a:solidFill>
                  <a:srgbClr val="62DFF5"/>
                </a:solidFill>
              </a:defRPr>
            </a:lvl2pPr>
            <a:lvl3pPr>
              <a:defRPr sz="1650" b="1">
                <a:solidFill>
                  <a:srgbClr val="62DFF5"/>
                </a:solidFill>
              </a:defRPr>
            </a:lvl3pPr>
            <a:lvl4pPr>
              <a:defRPr sz="1650" b="1">
                <a:solidFill>
                  <a:srgbClr val="62DFF5"/>
                </a:solidFill>
              </a:defRPr>
            </a:lvl4pPr>
            <a:lvl5pPr>
              <a:defRPr sz="1650" b="1">
                <a:solidFill>
                  <a:srgbClr val="62DFF5"/>
                </a:solidFill>
              </a:defRPr>
            </a:lvl5pPr>
            <a:lvl6pPr>
              <a:defRPr sz="1650" b="1">
                <a:solidFill>
                  <a:srgbClr val="62DFF5"/>
                </a:solidFill>
              </a:defRPr>
            </a:lvl6pPr>
            <a:lvl7pPr>
              <a:defRPr sz="1650" b="1">
                <a:solidFill>
                  <a:srgbClr val="62DFF5"/>
                </a:solidFill>
              </a:defRPr>
            </a:lvl7pPr>
            <a:lvl8pPr>
              <a:defRPr sz="1650" b="1">
                <a:solidFill>
                  <a:srgbClr val="62DFF5"/>
                </a:solidFill>
              </a:defRPr>
            </a:lvl8pPr>
            <a:lvl9pPr>
              <a:defRPr sz="16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2DFF5"/>
                </a:solidFill>
              </a:defRPr>
            </a:pPr>
            <a:r>
              <a:rPr sz="1650" b="1">
                <a:solidFill>
                  <a:srgbClr val="62DFF5"/>
                </a:solidFill>
              </a:rPr>
              <a:t>WEEK 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8021C-FA91-49D4-8CA9-5003F154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429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F1F7FF"/>
                </a:solidFill>
              </a:defRPr>
            </a:defPPr>
            <a:lvl1pPr>
              <a:defRPr sz="4350" b="1">
                <a:solidFill>
                  <a:srgbClr val="F1F7FF"/>
                </a:solidFill>
              </a:defRPr>
            </a:lvl1pPr>
            <a:lvl2pPr>
              <a:defRPr sz="4350" b="1">
                <a:solidFill>
                  <a:srgbClr val="F1F7FF"/>
                </a:solidFill>
              </a:defRPr>
            </a:lvl2pPr>
            <a:lvl3pPr>
              <a:defRPr sz="4350" b="1">
                <a:solidFill>
                  <a:srgbClr val="F1F7FF"/>
                </a:solidFill>
              </a:defRPr>
            </a:lvl3pPr>
            <a:lvl4pPr>
              <a:defRPr sz="4350" b="1">
                <a:solidFill>
                  <a:srgbClr val="F1F7FF"/>
                </a:solidFill>
              </a:defRPr>
            </a:lvl4pPr>
            <a:lvl5pPr>
              <a:defRPr sz="4350" b="1">
                <a:solidFill>
                  <a:srgbClr val="F1F7FF"/>
                </a:solidFill>
              </a:defRPr>
            </a:lvl5pPr>
            <a:lvl6pPr>
              <a:defRPr sz="4350" b="1">
                <a:solidFill>
                  <a:srgbClr val="F1F7FF"/>
                </a:solidFill>
              </a:defRPr>
            </a:lvl6pPr>
            <a:lvl7pPr>
              <a:defRPr sz="4350" b="1">
                <a:solidFill>
                  <a:srgbClr val="F1F7FF"/>
                </a:solidFill>
              </a:defRPr>
            </a:lvl7pPr>
            <a:lvl8pPr>
              <a:defRPr sz="4350" b="1">
                <a:solidFill>
                  <a:srgbClr val="F1F7FF"/>
                </a:solidFill>
              </a:defRPr>
            </a:lvl8pPr>
            <a:lvl9pPr>
              <a:defRPr sz="4350" b="1">
                <a:solidFill>
                  <a:srgbClr val="F1F7FF"/>
                </a:solidFill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F1F7FF"/>
                </a:solidFill>
              </a:defRPr>
            </a:pPr>
            <a:r>
              <a:rPr sz="4350" b="1">
                <a:solidFill>
                  <a:srgbClr val="F1F7FF"/>
                </a:solidFill>
              </a:rPr>
              <a:t>Shaders and</a:t>
            </a:r>
          </a:p>
          <a:p xmlns:a="http://schemas.openxmlformats.org/drawingml/2006/main">
            <a:pPr>
              <a:defRPr sz="4350" b="1">
                <a:solidFill>
                  <a:srgbClr val="F1F7FF"/>
                </a:solidFill>
              </a:defRPr>
            </a:pPr>
            <a:r>
              <a:rPr sz="4350" b="1">
                <a:solidFill>
                  <a:srgbClr val="F1F7FF"/>
                </a:solidFill>
              </a:rPr>
              <a:t>material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60B33-6046-4F28-AAA9-8E1E001F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C5D7EA"/>
                </a:solidFill>
              </a:defRPr>
            </a:defPPr>
            <a:lvl1pPr>
              <a:defRPr sz="2025" b="0">
                <a:solidFill>
                  <a:srgbClr val="C5D7EA"/>
                </a:solidFill>
              </a:defRPr>
            </a:lvl1pPr>
            <a:lvl2pPr>
              <a:defRPr sz="2025" b="0">
                <a:solidFill>
                  <a:srgbClr val="C5D7EA"/>
                </a:solidFill>
              </a:defRPr>
            </a:lvl2pPr>
            <a:lvl3pPr>
              <a:defRPr sz="2025" b="0">
                <a:solidFill>
                  <a:srgbClr val="C5D7EA"/>
                </a:solidFill>
              </a:defRPr>
            </a:lvl3pPr>
            <a:lvl4pPr>
              <a:defRPr sz="2025" b="0">
                <a:solidFill>
                  <a:srgbClr val="C5D7EA"/>
                </a:solidFill>
              </a:defRPr>
            </a:lvl4pPr>
            <a:lvl5pPr>
              <a:defRPr sz="2025" b="0">
                <a:solidFill>
                  <a:srgbClr val="C5D7EA"/>
                </a:solidFill>
              </a:defRPr>
            </a:lvl5pPr>
            <a:lvl6pPr>
              <a:defRPr sz="2025" b="0">
                <a:solidFill>
                  <a:srgbClr val="C5D7EA"/>
                </a:solidFill>
              </a:defRPr>
            </a:lvl6pPr>
            <a:lvl7pPr>
              <a:defRPr sz="2025" b="0">
                <a:solidFill>
                  <a:srgbClr val="C5D7EA"/>
                </a:solidFill>
              </a:defRPr>
            </a:lvl7pPr>
            <a:lvl8pPr>
              <a:defRPr sz="2025" b="0">
                <a:solidFill>
                  <a:srgbClr val="C5D7EA"/>
                </a:solidFill>
              </a:defRPr>
            </a:lvl8pPr>
            <a:lvl9pPr>
              <a:defRPr sz="2025" b="0">
                <a:solidFill>
                  <a:srgbClr val="C5D7EA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5D7EA"/>
                </a:solidFill>
              </a:defRPr>
            </a:pPr>
            <a:r>
              <a:rPr sz="2025" b="0">
                <a:solidFill>
                  <a:srgbClr val="C5D7EA"/>
                </a:solidFill>
              </a:rPr>
              <a:t>Read the surface. Change one control. Explain the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BB3B4-3AB9-45FD-96D9-E697A4F3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9CADC"/>
                </a:solidFill>
              </a:defRPr>
            </a:defPPr>
            <a:lvl1pPr>
              <a:defRPr sz="1725" b="0">
                <a:solidFill>
                  <a:srgbClr val="B9CADC"/>
                </a:solidFill>
              </a:defRPr>
            </a:lvl1pPr>
            <a:lvl2pPr>
              <a:defRPr sz="1725" b="0">
                <a:solidFill>
                  <a:srgbClr val="B9CADC"/>
                </a:solidFill>
              </a:defRPr>
            </a:lvl2pPr>
            <a:lvl3pPr>
              <a:defRPr sz="1725" b="0">
                <a:solidFill>
                  <a:srgbClr val="B9CADC"/>
                </a:solidFill>
              </a:defRPr>
            </a:lvl3pPr>
            <a:lvl4pPr>
              <a:defRPr sz="1725" b="0">
                <a:solidFill>
                  <a:srgbClr val="B9CADC"/>
                </a:solidFill>
              </a:defRPr>
            </a:lvl4pPr>
            <a:lvl5pPr>
              <a:defRPr sz="1725" b="0">
                <a:solidFill>
                  <a:srgbClr val="B9CADC"/>
                </a:solidFill>
              </a:defRPr>
            </a:lvl5pPr>
            <a:lvl6pPr>
              <a:defRPr sz="1725" b="0">
                <a:solidFill>
                  <a:srgbClr val="B9CADC"/>
                </a:solidFill>
              </a:defRPr>
            </a:lvl6pPr>
            <a:lvl7pPr>
              <a:defRPr sz="1725" b="0">
                <a:solidFill>
                  <a:srgbClr val="B9CADC"/>
                </a:solidFill>
              </a:defRPr>
            </a:lvl7pPr>
            <a:lvl8pPr>
              <a:defRPr sz="1725" b="0">
                <a:solidFill>
                  <a:srgbClr val="B9CADC"/>
                </a:solidFill>
              </a:defRPr>
            </a:lvl8pPr>
            <a:lvl9pPr>
              <a:defRPr sz="1725" b="0">
                <a:solidFill>
                  <a:srgbClr val="B9CAD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9CADC"/>
                </a:solidFill>
              </a:defRPr>
            </a:pPr>
            <a:r>
              <a:rPr sz="1725" b="0">
                <a:solidFill>
                  <a:srgbClr val="B9CADC"/>
                </a:solidFill>
              </a:rPr>
              <a:t>Guest speakers • Finish your shader • Final-project planning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F251C-C5B8-450C-BB62-BB2906B22D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51b34a04c4a33"/>
          <a:stretch xmlns:a="http://schemas.openxmlformats.org/drawingml/2006/main"/>
        </p:blipFill>
        <p:spPr>
          <a:xfrm xmlns:a="http://schemas.openxmlformats.org/drawingml/2006/main">
            <a:off x="6191250" y="2146102"/>
            <a:ext cx="5238750" cy="294679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971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D640F-D983-4865-9C6F-BD2B3A14DC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41bd5539904e3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D1FA5-6684-4375-8FB0-333B095C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WELCOME • 4:30–4:45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FAF30-248D-43CA-8F00-9E712DB2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Today’s agenda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7CAE7-FE0A-4A0C-9846-471C75C5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02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7F705-392F-4937-A107-6D0D1DB84873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2DFF5"/>
                          </a:solidFill>
                        </a:rPr>
                        <a:t>Time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2DFF5"/>
                          </a:solidFill>
                        </a:rPr>
                        <a:t>Activity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4:30–4:45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Welcome, agenda, tech setup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4:45–6:00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Guest speakers and questions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6:00–6:15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Break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6:15–6:25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Material systems: quick walkthrough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6:25–6:50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Workshop: finish your original shader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6:50–7:00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</a:rPr>
                        <a:t>Final assignment overview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1321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2976D-39E3-4338-8BFA-3D21F40303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621cfbcd94ca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73B83-F334-4451-AB44-9677C89E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TECH SETUP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06D489-E497-4624-9C18-4A7F4915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Get ready to finish your shader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068422-A94F-40FE-8C35-EFAA77C1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B92C6-07CC-4CEA-B6F6-AFE58321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Open your shader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70D2F-C117-4571-BEA6-EA3B7E3C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Keep your Week 8 work ready; Week 9 stations are optional references.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AE37F-89B4-4723-886F-78735571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Use a reference if helpful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2016A-2A58-4AEC-A9B6-CEF91277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In the Outliner, expand ReferenceWing and choose a numbered camera.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A6087-F051-40A9-B1C0-419FF473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Keep a place for your cheat sheet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A292A-451A-4A0D-B897-B4D97532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Record the control, its meaning, the visible result, and how to reset it.</a:t>
            </a:r>
          </a:p>
        </p:txBody>
      </p:sp>
    </p:spTree>
    <p:extLst>
      <p:ext uri="{BB962C8B-B14F-4D97-AF65-F5344CB8AC3E}">
        <p14:creationId xmlns:p14="http://schemas.microsoft.com/office/powerpoint/2010/main" val="7732969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AABDD-FBFD-477D-BAB1-49F19767BC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e5d5546914cf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76BBA-24B1-4428-B14F-9D76C1A2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4:45–6:00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1DD89-D57F-4141-810C-A8222915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Guest speakers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1CFC8-97A4-4527-8DE9-7B5E7D24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C7BED-34D8-42E8-8EA2-FCECD55D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FFFFFF"/>
                </a:solidFill>
              </a:defRPr>
            </a:defPPr>
            <a:lvl1pPr>
              <a:defRPr sz="2850" b="0">
                <a:solidFill>
                  <a:srgbClr val="FFFFFF"/>
                </a:solidFill>
              </a:defRPr>
            </a:lvl1pPr>
            <a:lvl2pPr>
              <a:defRPr sz="2850" b="0">
                <a:solidFill>
                  <a:srgbClr val="FFFFFF"/>
                </a:solidFill>
              </a:defRPr>
            </a:lvl2pPr>
            <a:lvl3pPr>
              <a:defRPr sz="2850" b="0">
                <a:solidFill>
                  <a:srgbClr val="FFFFFF"/>
                </a:solidFill>
              </a:defRPr>
            </a:lvl3pPr>
            <a:lvl4pPr>
              <a:defRPr sz="2850" b="0">
                <a:solidFill>
                  <a:srgbClr val="FFFFFF"/>
                </a:solidFill>
              </a:defRPr>
            </a:lvl4pPr>
            <a:lvl5pPr>
              <a:defRPr sz="2850" b="0">
                <a:solidFill>
                  <a:srgbClr val="FFFFFF"/>
                </a:solidFill>
              </a:defRPr>
            </a:lvl5pPr>
            <a:lvl6pPr>
              <a:defRPr sz="2850" b="0">
                <a:solidFill>
                  <a:srgbClr val="FFFFFF"/>
                </a:solidFill>
              </a:defRPr>
            </a:lvl6pPr>
            <a:lvl7pPr>
              <a:defRPr sz="2850" b="0">
                <a:solidFill>
                  <a:srgbClr val="FFFFFF"/>
                </a:solidFill>
              </a:defRPr>
            </a:lvl7pPr>
            <a:lvl8pPr>
              <a:defRPr sz="2850" b="0">
                <a:solidFill>
                  <a:srgbClr val="FFFFFF"/>
                </a:solidFill>
              </a:defRPr>
            </a:lvl8pPr>
            <a:lvl9pPr>
              <a:defRPr sz="28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</a:defRPr>
            </a:pPr>
            <a:r>
              <a:rPr sz="2850" b="0">
                <a:solidFill>
                  <a:srgbClr val="FFFFFF"/>
                </a:solidFill>
              </a:rPr>
              <a:t>As you watch, choose one example to unpack.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78626-165A-4A18-B391-AD34F980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What changed?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EBF95-860D-4C2B-8DD6-F1D8C938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338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Look for the input, the control, and the visible consequence.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50721-C74E-4D21-A3D0-F5478996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Keep one question for discussion.</a:t>
            </a:r>
          </a:p>
        </p:txBody>
      </p:sp>
    </p:spTree>
    <p:extLst>
      <p:ext uri="{BB962C8B-B14F-4D97-AF65-F5344CB8AC3E}">
        <p14:creationId xmlns:p14="http://schemas.microsoft.com/office/powerpoint/2010/main" val="10035342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EC0A1-091C-4375-861F-FD54A71578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82f17e624ff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B358C-31A2-4FFB-85E2-958604E8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6:00–6:15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5E9FB2-07B1-4FF6-A0BE-B02DD21D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Break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82DE9-BAAE-450B-9C64-63927A46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46454-55CE-45D9-AABB-B65759E3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47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000" b="1">
                <a:solidFill>
                  <a:srgbClr val="72D4C1"/>
                </a:solidFill>
              </a:defRPr>
            </a:defPPr>
            <a:lvl1pPr>
              <a:defRPr sz="6000" b="1">
                <a:solidFill>
                  <a:srgbClr val="72D4C1"/>
                </a:solidFill>
              </a:defRPr>
            </a:lvl1pPr>
            <a:lvl2pPr>
              <a:defRPr sz="6000" b="1">
                <a:solidFill>
                  <a:srgbClr val="72D4C1"/>
                </a:solidFill>
              </a:defRPr>
            </a:lvl2pPr>
            <a:lvl3pPr>
              <a:defRPr sz="6000" b="1">
                <a:solidFill>
                  <a:srgbClr val="72D4C1"/>
                </a:solidFill>
              </a:defRPr>
            </a:lvl3pPr>
            <a:lvl4pPr>
              <a:defRPr sz="6000" b="1">
                <a:solidFill>
                  <a:srgbClr val="72D4C1"/>
                </a:solidFill>
              </a:defRPr>
            </a:lvl4pPr>
            <a:lvl5pPr>
              <a:defRPr sz="6000" b="1">
                <a:solidFill>
                  <a:srgbClr val="72D4C1"/>
                </a:solidFill>
              </a:defRPr>
            </a:lvl5pPr>
            <a:lvl6pPr>
              <a:defRPr sz="6000" b="1">
                <a:solidFill>
                  <a:srgbClr val="72D4C1"/>
                </a:solidFill>
              </a:defRPr>
            </a:lvl6pPr>
            <a:lvl7pPr>
              <a:defRPr sz="6000" b="1">
                <a:solidFill>
                  <a:srgbClr val="72D4C1"/>
                </a:solidFill>
              </a:defRPr>
            </a:lvl7pPr>
            <a:lvl8pPr>
              <a:defRPr sz="6000" b="1">
                <a:solidFill>
                  <a:srgbClr val="72D4C1"/>
                </a:solidFill>
              </a:defRPr>
            </a:lvl8pPr>
            <a:lvl9pPr>
              <a:defRPr sz="60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6000" b="1">
                <a:solidFill>
                  <a:srgbClr val="72D4C1"/>
                </a:solidFill>
              </a:defRPr>
            </a:pPr>
            <a:r>
              <a:rPr sz="6000" b="1">
                <a:solidFill>
                  <a:srgbClr val="72D4C1"/>
                </a:solidFill>
              </a:rPr>
              <a:t>Back at 6:15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17F54-F1D9-49C8-8C55-EA6E2FCD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FFFFF"/>
                </a:solidFill>
              </a:defRPr>
            </a:defPPr>
            <a:lvl1pPr>
              <a:defRPr sz="2400" b="0">
                <a:solidFill>
                  <a:srgbClr val="FFFFFF"/>
                </a:solidFill>
              </a:defRPr>
            </a:lvl1pPr>
            <a:lvl2pPr>
              <a:defRPr sz="2400" b="0">
                <a:solidFill>
                  <a:srgbClr val="FFFFFF"/>
                </a:solidFill>
              </a:defRPr>
            </a:lvl2pPr>
            <a:lvl3pPr>
              <a:defRPr sz="2400" b="0">
                <a:solidFill>
                  <a:srgbClr val="FFFFFF"/>
                </a:solidFill>
              </a:defRPr>
            </a:lvl3pPr>
            <a:lvl4pPr>
              <a:defRPr sz="2400" b="0">
                <a:solidFill>
                  <a:srgbClr val="FFFFFF"/>
                </a:solidFill>
              </a:defRPr>
            </a:lvl4pPr>
            <a:lvl5pPr>
              <a:defRPr sz="2400" b="0">
                <a:solidFill>
                  <a:srgbClr val="FFFFFF"/>
                </a:solidFill>
              </a:defRPr>
            </a:lvl5pPr>
            <a:lvl6pPr>
              <a:defRPr sz="2400" b="0">
                <a:solidFill>
                  <a:srgbClr val="FFFFFF"/>
                </a:solidFill>
              </a:defRPr>
            </a:lvl6pPr>
            <a:lvl7pPr>
              <a:defRPr sz="2400" b="0">
                <a:solidFill>
                  <a:srgbClr val="FFFFFF"/>
                </a:solidFill>
              </a:defRPr>
            </a:lvl7pPr>
            <a:lvl8pPr>
              <a:defRPr sz="2400" b="0">
                <a:solidFill>
                  <a:srgbClr val="FFFFFF"/>
                </a:solidFill>
              </a:defRPr>
            </a:lvl8pPr>
            <a:lvl9pPr>
              <a:defRPr sz="24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FFFF"/>
                </a:solidFill>
              </a:defRPr>
            </a:pPr>
            <a:r>
              <a:rPr sz="2400" b="0">
                <a:solidFill>
                  <a:srgbClr val="FFFFFF"/>
                </a:solidFill>
              </a:rPr>
              <a:t>Next: a quick Unreal walkthrough, then your shader lab.</a:t>
            </a:r>
          </a:p>
        </p:txBody>
      </p:sp>
    </p:spTree>
    <p:extLst>
      <p:ext uri="{BB962C8B-B14F-4D97-AF65-F5344CB8AC3E}">
        <p14:creationId xmlns:p14="http://schemas.microsoft.com/office/powerpoint/2010/main" val="967149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237D1-EB14-4236-B9D4-A0764CFE9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e40540d7f46d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0FB99-1C5B-48B5-86DF-DC8142FA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MATERIAL SYSTEMS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F5684-4633-465B-B385-96B5946B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Material, instance and input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02C5C-96F6-480C-B1EE-0F93AC0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D7A16-7F8E-497A-B383-B32C0D79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Parent material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A14FB-1EEA-4916-B7D9-691B3B99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Defines the surface calculation.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85144-BCEC-40EC-8E46-C91DE835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Material instance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132BF-D590-43E0-942E-D2F10DE8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Stores overrides of exposed controls.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B8D2F-AB24-4E33-9F39-5E7441D2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Texture + mesh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EA4E5-6796-41FA-B2BF-58930730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Check channels, UVs and color space.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D3AFD-C694-4267-B396-95521B6D60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24b328c6543f5"/>
          <a:stretch xmlns:a="http://schemas.openxmlformats.org/drawingml/2006/main"/>
        </p:blipFill>
        <p:spPr>
          <a:xfrm xmlns:a="http://schemas.openxmlformats.org/drawingml/2006/main">
            <a:off x="4857750" y="2013942"/>
            <a:ext cx="6724650" cy="3782616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7423A6-919C-4792-95ED-4CE3581F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953125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</a:rPr>
              <a:t>One parent • twelve surface variants</a:t>
            </a:r>
          </a:p>
        </p:txBody>
      </p:sp>
    </p:spTree>
    <p:extLst>
      <p:ext uri="{BB962C8B-B14F-4D97-AF65-F5344CB8AC3E}">
        <p14:creationId xmlns:p14="http://schemas.microsoft.com/office/powerpoint/2010/main" val="1930192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7FFF6-94A0-4C4C-A6B7-0583F12C40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9c0fc1be64fb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0521B-FA4C-4E5A-A4EB-15E1D5B4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SURFACE CONTROLS · MASTER → FUNCTION → INSTANCE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40653D-260F-408E-AC29-ABF212C1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Roughness: graph and artist controls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B1913-7B87-4B64-B3FA-103BE22E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6A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EDB33-78B1-4589-907D-BF6CE132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4D3E3"/>
                </a:solidFill>
              </a:defRPr>
            </a:defPPr>
            <a:lvl1pPr>
              <a:defRPr sz="1875" b="0">
                <a:solidFill>
                  <a:srgbClr val="C4D3E3"/>
                </a:solidFill>
              </a:defRPr>
            </a:lvl1pPr>
            <a:lvl2pPr>
              <a:defRPr sz="1875" b="0">
                <a:solidFill>
                  <a:srgbClr val="C4D3E3"/>
                </a:solidFill>
              </a:defRPr>
            </a:lvl2pPr>
            <a:lvl3pPr>
              <a:defRPr sz="1875" b="0">
                <a:solidFill>
                  <a:srgbClr val="C4D3E3"/>
                </a:solidFill>
              </a:defRPr>
            </a:lvl3pPr>
            <a:lvl4pPr>
              <a:defRPr sz="1875" b="0">
                <a:solidFill>
                  <a:srgbClr val="C4D3E3"/>
                </a:solidFill>
              </a:defRPr>
            </a:lvl4pPr>
            <a:lvl5pPr>
              <a:defRPr sz="1875" b="0">
                <a:solidFill>
                  <a:srgbClr val="C4D3E3"/>
                </a:solidFill>
              </a:defRPr>
            </a:lvl5pPr>
            <a:lvl6pPr>
              <a:defRPr sz="1875" b="0">
                <a:solidFill>
                  <a:srgbClr val="C4D3E3"/>
                </a:solidFill>
              </a:defRPr>
            </a:lvl6pPr>
            <a:lvl7pPr>
              <a:defRPr sz="1875" b="0">
                <a:solidFill>
                  <a:srgbClr val="C4D3E3"/>
                </a:solidFill>
              </a:defRPr>
            </a:lvl7pPr>
            <a:lvl8pPr>
              <a:defRPr sz="1875" b="0">
                <a:solidFill>
                  <a:srgbClr val="C4D3E3"/>
                </a:solidFill>
              </a:defRPr>
            </a:lvl8pPr>
            <a:lvl9pPr>
              <a:defRPr sz="1875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4D3E3"/>
                </a:solidFill>
              </a:defRPr>
            </a:pPr>
            <a:r>
              <a:rPr sz="1875" b="0">
                <a:solidFill>
                  <a:srgbClr val="C4D3E3"/>
                </a:solidFill>
              </a:rPr>
              <a:t>MF_W09_Roughness · active signal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2CA52-7066-42FA-90AE-E4C7566E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3DC41-37E7-49EA-A903-4C4ABA9C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81275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Sample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DF48C-58F9-425C-B803-53D9486C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2076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R or ORM 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742D0-772F-402D-9DAB-F81D4F4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00350"/>
            <a:ext cx="323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E7512-40AC-4B5C-BEF1-543EEE27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47925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DA7C2-6B03-4246-957E-4E3280D7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81275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Lerp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6C246-25AC-4622-8FAB-35D38534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67050"/>
            <a:ext cx="2076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Min / Max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730D2-4778-4673-85A6-B6F962FD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0350"/>
            <a:ext cx="323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3448BF-9AA4-40E5-8937-D96E33DF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47925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4AF58-AA98-484B-9164-97EC83DB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81275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Saturate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0F5D9-F655-479C-A8FA-184C0F94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2076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Clamp 0–1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8F2FB9-7042-4CF3-9C8E-D90911EF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00350"/>
            <a:ext cx="323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C1FA2-1FB1-4C2E-8274-10BF0EC1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47925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386A1-8894-4FF6-8153-1FD7CBA1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81275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Roughness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2F14D-7CFA-4B7B-A1D5-57F2FECC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067050"/>
            <a:ext cx="2076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Surface input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DCE50D-4947-4B2E-8D2C-73743A89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334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0E6CE-118C-485F-9735-1033DE91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957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Find the active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255B6B-EF37-43B8-92DC-24247DA2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815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04 Roughness: MinRoughness / MaxRoughness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07 Packed ORM: the ORM endpoint pair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6B037-4ACE-4B57-A62D-38982FC1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62425"/>
            <a:ext cx="5410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255F25-E5CC-4F8A-A3CB-3326782B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95775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Keep the interface readable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F1505C-3A7E-47B0-8EDE-036E8574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781550"/>
            <a:ext cx="5029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Group by property; order related controls.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Give each a clear name and reset value.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9D741F-05F7-47A6-A450-1F66527B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</a:rPr>
              <a:t>Which branch is active before you change an endpoint?</a:t>
            </a:r>
          </a:p>
        </p:txBody>
      </p:sp>
    </p:spTree>
    <p:extLst>
      <p:ext uri="{BB962C8B-B14F-4D97-AF65-F5344CB8AC3E}">
        <p14:creationId xmlns:p14="http://schemas.microsoft.com/office/powerpoint/2010/main" val="4211143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BEEA0-2977-4715-95F0-1F07C7D98C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176b6db344a3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9BE91-CA77-43FF-9DBB-C2D664BF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TEXTURE 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79B62-2CDE-4A49-A747-3029CD67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Texture data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A06F-A2DE-4CAE-9855-48348370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6B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5C461-CC97-4945-A46A-46C650F76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ab42c29ad4524"/>
          <a:stretch xmlns:a="http://schemas.openxmlformats.org/drawingml/2006/main"/>
        </p:blipFill>
        <p:spPr>
          <a:xfrm xmlns:a="http://schemas.openxmlformats.org/drawingml/2006/main">
            <a:off x="942975" y="20955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A8328-1C67-494E-AD4C-4338371F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</a:rPr>
              <a:t>Base Color · sRGB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D1F8F-A4E9-45C1-B71E-AC7329510C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8712b0e1f421c"/>
          <a:stretch xmlns:a="http://schemas.openxmlformats.org/drawingml/2006/main"/>
        </p:blipFill>
        <p:spPr>
          <a:xfrm xmlns:a="http://schemas.openxmlformats.org/drawingml/2006/main">
            <a:off x="4657725" y="20955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3B7FC-13E6-4DAF-BAE6-67F32AD6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101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</a:rPr>
              <a:t>Roughness · linear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A0B6E-38E8-4A01-9C9D-EB4E6D7DDE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53aea629b459c"/>
          <a:stretch xmlns:a="http://schemas.openxmlformats.org/drawingml/2006/main"/>
        </p:blipFill>
        <p:spPr>
          <a:xfrm xmlns:a="http://schemas.openxmlformats.org/drawingml/2006/main">
            <a:off x="8372475" y="20955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D40AED-2669-437F-9D76-D6EB2DE1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101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</a:rPr>
              <a:t>Normal · direction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00F58-2BEF-45C0-8A57-B58EABA1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Same brick set. Check import settings AND the material sampler.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F3954-7607-4514-A442-71E428A9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goes wrong when a roughness map is interpreted as color?</a:t>
            </a:r>
          </a:p>
        </p:txBody>
      </p:sp>
    </p:spTree>
    <p:extLst>
      <p:ext uri="{BB962C8B-B14F-4D97-AF65-F5344CB8AC3E}">
        <p14:creationId xmlns:p14="http://schemas.microsoft.com/office/powerpoint/2010/main" val="10829672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9EFF4-C24A-43F7-98E3-64D6A5F175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a00b0caa2404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639A3-07B1-4693-A2E9-9F402B38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TEXTURE 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2BFEE-C858-49F2-A134-479520DA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Separate maps and packed maps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8C65E-0913-427F-8156-18A20672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6C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BBDA7-0547-4942-9071-509E4C84C9BF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333750"/>
                <a:gridCol w="4591050"/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UsePackedORM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Active controls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Off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RoughnessTexture R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MinRoughness / MaxRoughness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On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ORMTexture G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ORM_MinRoughness / ORM_MaxRoughness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On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ORM R / ORM B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AO / metallic data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433A9-C519-4D37-9D2B-D3383783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ORM here: R = AO, G = roughness, B = metallic. Station 07 uses MRAH.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BF8D5-9CA9-4B37-B41F-8250DD9E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Why can MinRoughness change numerically but leave the surface unchanged?</a:t>
            </a:r>
          </a:p>
        </p:txBody>
      </p:sp>
    </p:spTree>
    <p:extLst>
      <p:ext uri="{BB962C8B-B14F-4D97-AF65-F5344CB8AC3E}">
        <p14:creationId xmlns:p14="http://schemas.microsoft.com/office/powerpoint/2010/main" val="16672479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B928B-7E65-4CEF-BFB5-0B7DBD4386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b698f509e4f3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6B916-9B0A-4C8E-A5C7-52E86C7F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LAB ROUTE 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3DF60-09CF-43AF-8BDF-61B86ABA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Controlled roughness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35D92-B8B5-48EC-932C-D3B237DC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6D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9FD11-C936-4EAA-AA79-58DDABA104DA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333750"/>
                <a:gridCol w="4591050"/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State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MinRoughness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MaxRoughness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Original supplied instance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0.12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0.12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A: controlled baseline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0.20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0.20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B: changed response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0.80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0.80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D133DF-FA1A-4B22-A7E4-584612EE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UsePackedORM off · same mesh, tint, normal, lighting, exposure and camera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05F15-83C1-4455-95E9-8979A539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If both endpoints equal 0.2, can the texture vary the output?</a:t>
            </a:r>
          </a:p>
        </p:txBody>
      </p:sp>
    </p:spTree>
    <p:extLst>
      <p:ext uri="{BB962C8B-B14F-4D97-AF65-F5344CB8AC3E}">
        <p14:creationId xmlns:p14="http://schemas.microsoft.com/office/powerpoint/2010/main" val="18760262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E79D0-C399-4AD1-B5BA-D7C8F2D1BE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bfd20d58a492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FB89F-B979-457F-9DBD-ED1FA901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UV CONTROLS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1CE8D-A2B2-414C-9BD2-37F5179D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UV tiling and offset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13F7F-8FF4-4F88-99C1-26EB6A90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6E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5D3E5-F149-4C66-A929-8F3FAE536B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0a09461044209"/>
          <a:stretch xmlns:a="http://schemas.openxmlformats.org/drawingml/2006/main"/>
        </p:blipFill>
        <p:spPr>
          <a:xfrm xmlns:a="http://schemas.openxmlformats.org/drawingml/2006/main">
            <a:off x="609600" y="209311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F9DDF4-994A-4CEB-A61A-9E33295A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UV transform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7AB5A-A477-4B49-961D-33434EBC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uv × scale + offset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6125D-A30C-414C-8599-7500448C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Numeric vector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75B32-8EFB-4DFA-BDFF-7C14D646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UVScaleOffset: RG = U/V tiling, BA = U/V offset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7B5A1-0C8E-42F7-9658-6A531C90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Aligned texture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AFDC1-3102-4ACE-ACB5-A5FB8E29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Use matching UVs for color, roughness and normal features that should line 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40697-326A-462B-88EA-2CDBBFAB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Does doubling UV tiling make each brick appear larger or smaller?</a:t>
            </a:r>
          </a:p>
        </p:txBody>
      </p:sp>
    </p:spTree>
    <p:extLst>
      <p:ext uri="{BB962C8B-B14F-4D97-AF65-F5344CB8AC3E}">
        <p14:creationId xmlns:p14="http://schemas.microsoft.com/office/powerpoint/2010/main" val="699479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03AD1-6B30-49A2-9E7E-883B8A72A1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19e688798407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DBF7A-AF76-4E29-B0B5-6DB89F56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MASKS AND BLENDING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6F5E9-F133-4BC1-BB2D-1B26D02F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Masks and material blending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80215D-0D7A-4AB0-B651-DD744ED7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4C76C-8C57-4E4B-8875-3395C7901C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6cd7a552b4eab"/>
          <a:srcRect xmlns:a="http://schemas.openxmlformats.org/drawingml/2006/main" l="0" t="20000" r="0" b="8000"/>
          <a:stretch xmlns:a="http://schemas.openxmlformats.org/drawingml/2006/main"/>
        </p:blipFill>
        <p:spPr>
          <a:xfrm xmlns:a="http://schemas.openxmlformats.org/drawingml/2006/main">
            <a:off x="2215515" y="1809750"/>
            <a:ext cx="7760970" cy="31432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FDA10-3867-4F15-825E-F53060F170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b4f1d2dcf4460"/>
          <a:stretch xmlns:a="http://schemas.openxmlformats.org/drawingml/2006/main"/>
        </p:blipFill>
        <p:spPr>
          <a:xfrm xmlns:a="http://schemas.openxmlformats.org/drawingml/2006/main">
            <a:off x="609600" y="5049540"/>
            <a:ext cx="6191250" cy="148332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E01F4F-A051-4D6A-A614-62A50838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048250"/>
            <a:ext cx="433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0 selects A · 1 selects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3C109-798B-4E6F-828B-A3038ED4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62600"/>
            <a:ext cx="433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Height reshapes the transition.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mesh silhouette stays fixed.</a:t>
            </a:r>
          </a:p>
        </p:txBody>
      </p:sp>
    </p:spTree>
    <p:extLst>
      <p:ext uri="{BB962C8B-B14F-4D97-AF65-F5344CB8AC3E}">
        <p14:creationId xmlns:p14="http://schemas.microsoft.com/office/powerpoint/2010/main" val="43525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EC902-3E83-4820-9DB8-9BA35DECAE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4b4fe325f419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14AA7-2C23-4917-844B-C6DFAB99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PAINTED BLENDING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109AE-1080-4751-8826-AFF14D4B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Vertex colors and painted weights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3FDE16-D8D1-41EE-AC03-5872BB36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7A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580B6-35BB-4C34-97E8-630B123BBD9F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333750"/>
                <a:gridCol w="4591050"/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Station 08 example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Stored data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Weight diagnostic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Vertex R and G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Displays saved component paint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Regular blend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 = stone; G = sand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Two painted contributions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Height blend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 = blend control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Weight plus height shapes coverage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FD701-A860-46D1-8A36-EE87345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Vertex density limits paint detail; values interpolate between vertices.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E5DB9-D578-41A6-A087-8CD16CA6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Before painting red, which material connection must you inspect?</a:t>
            </a:r>
          </a:p>
        </p:txBody>
      </p:sp>
    </p:spTree>
    <p:extLst>
      <p:ext uri="{BB962C8B-B14F-4D97-AF65-F5344CB8AC3E}">
        <p14:creationId xmlns:p14="http://schemas.microsoft.com/office/powerpoint/2010/main" val="15499147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EF788-F478-41F2-9181-CF480BBBDE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703086a66487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A5255-9851-4294-9761-F0CAF77A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LAB ROUTE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82EFD-49C1-43FC-ACFD-0B65C812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Height-based blending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1DB3D-27C2-415C-A04E-527CEC4A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7B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17A09-A6EE-4566-B162-2192F96D65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14e92609f4355"/>
          <a:stretch xmlns:a="http://schemas.openxmlformats.org/drawingml/2006/main"/>
        </p:blipFill>
        <p:spPr>
          <a:xfrm xmlns:a="http://schemas.openxmlformats.org/drawingml/2006/main">
            <a:off x="609600" y="209311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23361-CDF2-4771-BE4F-BCF97CF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Hold fixed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D8E9C-930C-4903-8709-EADB3996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Saved vertex paint, textures and tiling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40DE9-48F4-4134-AA27-F97C4C1E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Change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1519E-B17B-45B5-9E23-4C9F6929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MI_08_HeightBlend → Blend Contrast: 1 versus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B3D76-2893-4DCB-9C0C-8FB09901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Observe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81D10-D8B6-4AD6-8527-0F4822E0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Boundary shape and sharpness; unchanged outer geometry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8626AD-1790-4A23-B918-40B720D6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evidence would distinguish height blending from displacement?</a:t>
            </a:r>
          </a:p>
        </p:txBody>
      </p:sp>
    </p:spTree>
    <p:extLst>
      <p:ext uri="{BB962C8B-B14F-4D97-AF65-F5344CB8AC3E}">
        <p14:creationId xmlns:p14="http://schemas.microsoft.com/office/powerpoint/2010/main" val="652768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42E77-A4A4-400B-8789-4BEB6F3D3F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5feb0028b48d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B7D9F-F51E-49BD-B33C-90364E51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PARAMETER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D9870-93D4-48F9-908B-2F2FF94F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Parameter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16589-338D-4165-967B-3A4D399A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B55DF-C543-4FEE-BA1A-C176DABCCA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0df180db7475e"/>
          <a:srcRect xmlns:a="http://schemas.openxmlformats.org/drawingml/2006/main" l="0" t="20000" r="0" b="8000"/>
          <a:stretch xmlns:a="http://schemas.openxmlformats.org/drawingml/2006/main"/>
        </p:blipFill>
        <p:spPr>
          <a:xfrm xmlns:a="http://schemas.openxmlformats.org/drawingml/2006/main">
            <a:off x="2567940" y="1762125"/>
            <a:ext cx="705612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AEDC4-F23D-45A0-99CE-835704FF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Instance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59635-CED3-425B-A159-C64C907E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Reusable variant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BE074-20B1-4DF3-8B25-A193E687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Parameter collection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8209D-E719-42C0-A1B4-EDC5C35F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72075"/>
            <a:ext cx="3381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Shared values (MPC)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6ADDE3-A31D-4547-B4FD-18A410A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7625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Primitive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8CE0A-9CE0-4641-A6D2-4BC3A647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1720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Per component (CPD)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32525-06D1-41A0-8DA1-CBEDA169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</a:rPr>
              <a:t>Runtime edits: dynamic instance, collection or primitive data</a:t>
            </a:r>
          </a:p>
          <a:p xmlns:a="http://schemas.openxmlformats.org/drawingml/2006/main"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</a:rPr>
              <a:t>Static switches select compiled variants</a:t>
            </a:r>
          </a:p>
        </p:txBody>
      </p:sp>
    </p:spTree>
    <p:extLst>
      <p:ext uri="{BB962C8B-B14F-4D97-AF65-F5344CB8AC3E}">
        <p14:creationId xmlns:p14="http://schemas.microsoft.com/office/powerpoint/2010/main" val="12052004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0F65D-9804-4DBB-9F90-4F14025A60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978239d914f1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B6B5F-976D-4A23-86DD-52619B96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LAB ROUTE 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900A7-61B7-4BE4-80CD-80A7CE32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Shared and per-component controls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31C7F-ACF4-427A-867E-BBF1CE70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8A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D6613-E7CA-4B82-810B-B90F8500BE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6cce826924fc2"/>
          <a:stretch xmlns:a="http://schemas.openxmlformats.org/drawingml/2006/main"/>
        </p:blipFill>
        <p:spPr>
          <a:xfrm xmlns:a="http://schemas.openxmlformats.org/drawingml/2006/main">
            <a:off x="609600" y="209311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B7EB4-FE72-4602-9CCD-8701362D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Test 1 · collection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A4CD9-8130-43BA-A70E-9C9C29B6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SharedRoughness: 0.2 → 0.8; observe all three spheres.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4B5EB-0B4B-415D-9DEF-86C5C14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Reset before Test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71D6C-F6E6-4832-83DE-9552CA06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Restore the recorded collection value (staged: 0.28).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D9E6C-5F39-4C3C-981F-352AE2C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Test 2 · component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F83F6-A57B-45E8-8B48-A470CACF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Change one mesh component’s RGB data at indices 0–2.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898E52-AF8D-412D-B86C-CB673DCC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Would duplicating an instance isolate a collection value?</a:t>
            </a:r>
          </a:p>
        </p:txBody>
      </p:sp>
    </p:spTree>
    <p:extLst>
      <p:ext uri="{BB962C8B-B14F-4D97-AF65-F5344CB8AC3E}">
        <p14:creationId xmlns:p14="http://schemas.microsoft.com/office/powerpoint/2010/main" val="14162084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75849-E4AA-4A4A-9747-A61E1FD670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43a2886fb4c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75A73-6F69-4D98-943C-6CFA0FB9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PARAMETER BEHAVIOR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DA6E03-93A6-4F56-87FA-E3192684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Runtime values and static switches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5F7D1-2705-4262-88F5-98E3C3C8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8B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CB690-0B41-40E4-957E-478B812D4D2A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333750"/>
                <a:gridCol w="459105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Need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Mechanism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Important condition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Reusable surface variant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Material instance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Objects using it share its overrides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Change a value during play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Dynamic material instance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Create, assign, then update that same MID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Set runtime data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MPC / primitive data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Choose shared or component scope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Choose a graph branch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Static switch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Compile-time variant; not runtime interpolation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E124F-B328-455F-915B-D1983000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UsePackedORM / UseAdvancedUV: static. Sequencer can animate collection values.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0E725-9F04-4E6B-8F66-9FCBD6C0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Why is setting a scalar on an unused dynamic instance invisible?</a:t>
            </a:r>
          </a:p>
        </p:txBody>
      </p:sp>
    </p:spTree>
    <p:extLst>
      <p:ext uri="{BB962C8B-B14F-4D97-AF65-F5344CB8AC3E}">
        <p14:creationId xmlns:p14="http://schemas.microsoft.com/office/powerpoint/2010/main" val="21470559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8DB45-03C9-4A38-90F3-131C2A3F06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808bac5074d6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F3044-9E53-46F5-90A4-FCA7EDAF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REFERENCE STATIONS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C236F-F6F3-4BE6-A348-ECE3A9AE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Directional coverage and decals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F885E-E0D2-4E80-AF1F-BBBE955A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09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96B54-85AE-4373-B0A8-8E0E6FFFD2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cf3a45d854344"/>
          <a:srcRect xmlns:a="http://schemas.openxmlformats.org/drawingml/2006/main" l="0" t="18000" r="0" b="8000"/>
          <a:stretch xmlns:a="http://schemas.openxmlformats.org/drawingml/2006/main"/>
        </p:blipFill>
        <p:spPr>
          <a:xfrm xmlns:a="http://schemas.openxmlformats.org/drawingml/2006/main">
            <a:off x="609600" y="2095500"/>
            <a:ext cx="5286375" cy="2200466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96B7B-E59E-4709-9429-C092D621A4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d2f1c5b3c458b"/>
          <a:srcRect xmlns:a="http://schemas.openxmlformats.org/drawingml/2006/main" l="0" t="18000" r="0" b="8000"/>
          <a:stretch xmlns:a="http://schemas.openxmlformats.org/drawingml/2006/main"/>
        </p:blipFill>
        <p:spPr>
          <a:xfrm xmlns:a="http://schemas.openxmlformats.org/drawingml/2006/main">
            <a:off x="6276975" y="2095500"/>
            <a:ext cx="5286375" cy="220046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FE45C6-5D38-457B-8A3F-39C659C8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09 / Directional 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A8524-BC57-48DB-B03A-19A0BFA5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Compare normal and direction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in the same coordinate space.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F18A9-D221-49F6-878C-257F720C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619625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10 / Decal projection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42645-B8B2-4DED-AEB0-F838D16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50292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Check projector bounds and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receiver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9C7DD-579A-4F92-8CAC-A792E158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Predict → change one control → compare → reset</a:t>
            </a:r>
          </a:p>
        </p:txBody>
      </p:sp>
    </p:spTree>
    <p:extLst>
      <p:ext uri="{BB962C8B-B14F-4D97-AF65-F5344CB8AC3E}">
        <p14:creationId xmlns:p14="http://schemas.microsoft.com/office/powerpoint/2010/main" val="56502599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D2D9F-85FF-4BE9-85D5-5B57325615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52412babe4c4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80340-1863-4C60-9E9F-7963C7EB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DIRECTIONAL SNOW AND MOSS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77B4F-CED2-4926-B195-6D3D3AC7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Directional coverage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2E764-1F90-49DE-9B93-BD8574E0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E4020-B18F-431F-848F-111EE820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Compare directions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936F7-096C-41DF-9BB0-D5362D7F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coverage = saturate(dot(Nworld, Dunit))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66F42-1640-497F-A61B-D533EA19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Shape the response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2E7C9-D7D2-45AC-A162-9F100471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coverageᵖ with p &gt; 0; a larger p narrows intermediate coverage.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948F3-84D9-4113-AD6C-BD5A0E7D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Read this implementation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F03B6-EF12-4425-A25B-97BB7B9A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Moss normalizes D internally. Snow expects a unit direction.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C5FDF-EF97-40C5-BDAE-B690AE1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does dot = 0 mean? Is it the same as a height threshold?</a:t>
            </a:r>
          </a:p>
        </p:txBody>
      </p:sp>
    </p:spTree>
    <p:extLst>
      <p:ext uri="{BB962C8B-B14F-4D97-AF65-F5344CB8AC3E}">
        <p14:creationId xmlns:p14="http://schemas.microsoft.com/office/powerpoint/2010/main" val="19608639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FC94C-CEEC-4634-B26B-6D9A26585E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9e7b71d1545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7E846-D81D-4E59-9649-C11E0F6B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COORDINATES AND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F5A30-FECC-4429-B7E5-7184FBA3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UV space and world projection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A895E-0EC6-4965-BE06-61044FD1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9B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66412-8C00-401D-A8DF-48357B2632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9b9a41c3044ac"/>
          <a:srcRect xmlns:a="http://schemas.openxmlformats.org/drawingml/2006/main" l="8000" t="18000" r="8000" b="24000"/>
          <a:stretch xmlns:a="http://schemas.openxmlformats.org/drawingml/2006/main"/>
        </p:blipFill>
        <p:spPr>
          <a:xfrm xmlns:a="http://schemas.openxmlformats.org/drawingml/2006/main">
            <a:off x="609600" y="2667000"/>
            <a:ext cx="6477000" cy="251564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DCA4E-5E40-4705-BFD5-AE9751D0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UV coordinates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644F1-85E6-405F-9A36-671F9D49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pattern follows the mesh’s UV mapping.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7DBC6-9DE3-4173-9CA7-E7FA170D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World projection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A936F-B7D5-483F-928E-E8E92A99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sampling field stays in world space.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550BD-D34B-439C-AA47-8CDA0E36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Movement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C7CA6-0493-4FFA-A1FC-7BEBE3FC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Translate the object, then inspect whether the pattern follows.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CBEF6-97D1-45C6-8B8D-A60EB4A5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Should this surface pattern move with the object or remain in the world?</a:t>
            </a:r>
          </a:p>
        </p:txBody>
      </p:sp>
    </p:spTree>
    <p:extLst>
      <p:ext uri="{BB962C8B-B14F-4D97-AF65-F5344CB8AC3E}">
        <p14:creationId xmlns:p14="http://schemas.microsoft.com/office/powerpoint/2010/main" val="13174444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308A9-DE61-4604-B5B8-9193B156A9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5622863fa48d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CBC2E-02CD-4709-AA61-6B65F6A2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LAB ROUTE 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9C611-C8AB-4A87-A9C5-5E7239CE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Decal projection and receivers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B123E-87FA-48DC-9AA4-17AFB029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9C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07FB7-C651-4981-A635-F4B22E4E35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cb0bfd5464fa1"/>
          <a:stretch xmlns:a="http://schemas.openxmlformats.org/drawingml/2006/main"/>
        </p:blipFill>
        <p:spPr>
          <a:xfrm xmlns:a="http://schemas.openxmlformats.org/drawingml/2006/main">
            <a:off x="609600" y="209311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74432-8119-45F2-BB1A-90FC7D94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Projector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34A58-EEFE-4A06-8CE8-CF0A466F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Material assignment, direction and volume bounds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E0B03-DD13-4C60-8D87-428B3DF8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Receiver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53265-2A40-46E7-BDE1-48112BA3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Receives Decals + the material’s Decal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40910-2FAB-4F67-A122-3DB3224C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Controlled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E93A9-01FC-40CE-92A0-E1E3CFE7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MI_10_RoughnessDecal: Roughness 0.03 versus 0.8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D9479-E878-44AD-B8A0-1D1BC00A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Why might a roughness-only decal show no obvious color patch?</a:t>
            </a:r>
          </a:p>
        </p:txBody>
      </p:sp>
    </p:spTree>
    <p:extLst>
      <p:ext uri="{BB962C8B-B14F-4D97-AF65-F5344CB8AC3E}">
        <p14:creationId xmlns:p14="http://schemas.microsoft.com/office/powerpoint/2010/main" val="11435263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9E034-1CE9-4A22-B18D-0D95F3212F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82eb59d15c44e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2E4A4-6D1E-4882-8751-A393D206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REUSABLE LAYERS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0F3B0-E7B5-49E7-B815-E821D182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Material layers and blends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E3194-DD01-42B2-8EA9-4A9082D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9D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C559C-E7BB-423A-A4AB-AFA277696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c99d239a44d90"/>
          <a:stretch xmlns:a="http://schemas.openxmlformats.org/drawingml/2006/main"/>
        </p:blipFill>
        <p:spPr>
          <a:xfrm xmlns:a="http://schemas.openxmlformats.org/drawingml/2006/main">
            <a:off x="609600" y="209311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69390C-7A98-404E-B3AF-C8407735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Surface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0D9BC-FEA6-41CB-B6B4-AE88D1CF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Defines the surface attributes.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DE53E-B423-4429-9478-FF51D892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Layer blend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FF3F0-86D8-4BC8-BC27-37389F65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Defines how the next surface contributes.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B0944-4AEB-4248-9D32-2482BA9E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4048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Instance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F864C-6165-4473-8D31-7981B4BE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29200"/>
            <a:ext cx="4048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MI_12_Layers_0/1/2 → Layer Parameters → Transition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30AE6-6AE7-4DF1-B231-B04DE35A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If a parameter name repeats, what else identifies the correct control?</a:t>
            </a:r>
          </a:p>
        </p:txBody>
      </p:sp>
    </p:spTree>
    <p:extLst>
      <p:ext uri="{BB962C8B-B14F-4D97-AF65-F5344CB8AC3E}">
        <p14:creationId xmlns:p14="http://schemas.microsoft.com/office/powerpoint/2010/main" val="3157466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9E7C0-7819-49B4-8FDC-2AE2E14E31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efd2af909417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55411-450F-4130-9309-BEDF82B2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NORMALS AND AMBIENT OCCLUSION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98545-0461-4396-870E-B377939E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Neutral normal and AO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F3EC6-8E7A-4488-8ED2-018112A2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9E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5E901-BA0B-46AF-9EE5-8E1428BBFD1F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333750"/>
                <a:gridCol w="4591050"/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Neutral state here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2DFF5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NormalStrength = 0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Flat tangent-space normal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Removes mapped shading detail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AOStrength = 0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AO output becomes 1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Removes material AO contribution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UsePackedORM = on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ORM_AOStrength is active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</a:rPr>
                        <a:t>Separate AOStrength is inactive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85287-3922-4EDA-BBEE-25E504B1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AO = lerp(1, sampled AO, strength). Neutral is white, not black.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8E885-C6AE-4C36-ABE1-8E0C204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Why does multiplying an AO texture by zero give the wrong disable state?</a:t>
            </a:r>
          </a:p>
        </p:txBody>
      </p:sp>
    </p:spTree>
    <p:extLst>
      <p:ext uri="{BB962C8B-B14F-4D97-AF65-F5344CB8AC3E}">
        <p14:creationId xmlns:p14="http://schemas.microsoft.com/office/powerpoint/2010/main" val="16164680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DAD56-C216-4189-B59B-FD876622AF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ca7b8d671410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</a:rPr>
              <a:t>LAB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LAB: finish your original shader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Choose and predict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Choose one unfinished feature or problem in your existing shader.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Change and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Make a focused improvement; use a reference route if it helps.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Explain and save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Capture the result and explain your graph. Keep your finished work.</a:t>
            </a:r>
          </a:p>
        </p:txBody>
      </p:sp>
    </p:spTree>
    <p:extLst>
      <p:ext uri="{BB962C8B-B14F-4D97-AF65-F5344CB8AC3E}">
        <p14:creationId xmlns:p14="http://schemas.microsoft.com/office/powerpoint/2010/main" val="175700354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2819D-7797-4AEC-96FA-E77CAA6C3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315a3317a47a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705FD-586B-4F60-9C64-EB93D057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</a:rPr>
              <a:t>LAB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D9419-8EC8-40A6-A8BE-697AF244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Optional: document a debugging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7F25D-DE1D-4F82-A922-80F96854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10A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C49A8-B9B3-497E-9A71-30207042DA40}"/>
              </a:ext>
            </a:extLst>
          </p:cNvPr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5635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CA78"/>
                          </a:solidFill>
                        </a:rPr>
                        <a:t>Record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CA78"/>
                          </a:solidFill>
                        </a:rPr>
                        <a:t>Example for Route A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Asset + route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Assigned duplicate of MI_W09_05_PolishedMetal; packed mode off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Fixed conditions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Same mesh, tint, normal, light, exposure and camera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Changed variable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Both roughness endpoints: .2/.2 → .8/.8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Evidence + explanation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Your A/B views and observed reflection difference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Reset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</a:rPr>
                        <a:t>Original .12/.12 or original assignment; verify it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BD1EF-EF0B-49E5-9189-DE3EF5D3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Prediction is not evidence. Record what you actually tested.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FE871-D0B0-49CC-A184-4D7D7FEF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would another student still need to repeat your comparison?</a:t>
            </a:r>
          </a:p>
        </p:txBody>
      </p:sp>
    </p:spTree>
    <p:extLst>
      <p:ext uri="{BB962C8B-B14F-4D97-AF65-F5344CB8AC3E}">
        <p14:creationId xmlns:p14="http://schemas.microsoft.com/office/powerpoint/2010/main" val="6236525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FC41C-A7BC-4652-B47A-C4A3DDA932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486f17222456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3F973-D22A-4FC5-9A73-0B51D795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</a:rPr>
              <a:t>LAB • 6:25–6:50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4F1E1-A22D-43FC-A5D2-CB7809BE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</a:defRPr>
            </a:defPPr>
            <a:lvl1pPr>
              <a:defRPr sz="3450" b="1">
                <a:solidFill>
                  <a:srgbClr val="FFFFFF"/>
                </a:solidFill>
              </a:defRPr>
            </a:lvl1pPr>
            <a:lvl2pPr>
              <a:defRPr sz="3450" b="1">
                <a:solidFill>
                  <a:srgbClr val="FFFFFF"/>
                </a:solidFill>
              </a:defRPr>
            </a:lvl2pPr>
            <a:lvl3pPr>
              <a:defRPr sz="3450" b="1">
                <a:solidFill>
                  <a:srgbClr val="FFFFFF"/>
                </a:solidFill>
              </a:defRPr>
            </a:lvl3pPr>
            <a:lvl4pPr>
              <a:defRPr sz="3450" b="1">
                <a:solidFill>
                  <a:srgbClr val="FFFFFF"/>
                </a:solidFill>
              </a:defRPr>
            </a:lvl4pPr>
            <a:lvl5pPr>
              <a:defRPr sz="3450" b="1">
                <a:solidFill>
                  <a:srgbClr val="FFFFFF"/>
                </a:solidFill>
              </a:defRPr>
            </a:lvl5pPr>
            <a:lvl6pPr>
              <a:defRPr sz="3450" b="1">
                <a:solidFill>
                  <a:srgbClr val="FFFFFF"/>
                </a:solidFill>
              </a:defRPr>
            </a:lvl6pPr>
            <a:lvl7pPr>
              <a:defRPr sz="3450" b="1">
                <a:solidFill>
                  <a:srgbClr val="FFFFFF"/>
                </a:solidFill>
              </a:defRPr>
            </a:lvl7pPr>
            <a:lvl8pPr>
              <a:defRPr sz="3450" b="1">
                <a:solidFill>
                  <a:srgbClr val="FFFFFF"/>
                </a:solidFill>
              </a:defRPr>
            </a:lvl8pPr>
            <a:lvl9pPr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Your shader: result and explanation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52915-15E3-4A60-B1A3-9DEE5E0C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11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29CAA-E931-4602-8F78-49F90AF17A2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CA78"/>
                          </a:solidFill>
                        </a:rPr>
                        <a:t>Finish your shader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CA78"/>
                          </a:solidFill>
                        </a:rPr>
                        <a:t>Use the existing assignment brief</a:t>
                      </a:r>
                    </a:p>
                  </a:txBody>
                  <a:tcPr marL="91440" marR="91440" marT="45720" marB="45720">
                    <a:solidFill>
                      <a:srgbClr val="203B53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Choose a finish or fix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One missing feature, unclear control or visual issue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Test the result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Check the intended view and one useful edge case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Make the graph readable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Group logic and label artist-facing controls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Capture and explain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Show your result and how the shader produces it</a:t>
                      </a:r>
                    </a:p>
                  </a:txBody>
                  <a:tcPr marL="91440" marR="91440" marT="45720" marB="45720">
                    <a:solidFill>
                      <a:srgbClr val="14263A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Save your work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</a:rPr>
                        <a:t>Keep useful edits; reset temporary reference tests</a:t>
                      </a:r>
                    </a:p>
                  </a:txBody>
                  <a:tcPr marL="91440" marR="91440" marT="45720" marB="45720"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8088D-EFC8-4719-B972-8D92B932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</a:rPr>
              <a:t>Use your actual parameter name, values, and observed result.</a:t>
            </a:r>
          </a:p>
        </p:txBody>
      </p:sp>
    </p:spTree>
    <p:extLst>
      <p:ext uri="{BB962C8B-B14F-4D97-AF65-F5344CB8AC3E}">
        <p14:creationId xmlns:p14="http://schemas.microsoft.com/office/powerpoint/2010/main" val="27610590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69837-C7B3-43DD-B56A-8E479C9878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5f7c06a004e4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2EC05-4801-4AAF-BBEC-1B5AFDC2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</a:rPr>
              <a:t>FINAL ASSIGNMENT · ROUGH OUTLINE · 6:50–6:55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17BC6-AF1B-4450-96C3-C159F658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Final project: exploratory technical 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8DEE7-B5F9-499F-BD4F-A20BD72B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B0EEB4-65D3-4B5B-9260-2D3CE0F7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3340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15E30-CC2C-4879-8C0F-488F414E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Explore and build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DE494-9A4F-4D0F-BF05-A39DBA95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19375"/>
            <a:ext cx="495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Choose a technical-art question.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Make a tool, shader, procedural (PCG) system, effect or other exploration. A tool is optional.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4A16E-6D70-45DF-8856-3ECFF2B0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A32CD-9436-4B19-B803-982B9C0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Work solo or in a 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491DB-E43F-4874-AE5E-F20CE7FB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19375"/>
            <a:ext cx="5029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Scope a small, functional result, as with the midterm.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For teams, define each person’s contribution.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D2D87-0262-4765-884F-FDBB05C8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53340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6B46A-171D-408E-A526-D7B0427F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Final presentation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E16E1-80F3-4CD1-8A45-60F68400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495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Teach the class and demonstrate your work.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Explain the concept, experiments, results and limitations.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11EDD1-3A7D-4F7B-BA3E-8A43DA32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71925"/>
            <a:ext cx="5410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25704-C52D-4426-B6F1-0081D738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05275"/>
            <a:ext cx="502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Develop a portfolio piece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39AE20-4A79-48DC-B506-E434FE8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91050"/>
            <a:ext cx="5029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Plan a clear breakdown with visuals, your process and evidence.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Show what you contributed and learned.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B3CF1C-D4F4-4C9C-BF0B-6F98468F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</a:rPr>
              <a:t>Start with: question → minimum useful result → test → teaching goal</a:t>
            </a:r>
          </a:p>
        </p:txBody>
      </p:sp>
    </p:spTree>
    <p:extLst>
      <p:ext uri="{BB962C8B-B14F-4D97-AF65-F5344CB8AC3E}">
        <p14:creationId xmlns:p14="http://schemas.microsoft.com/office/powerpoint/2010/main" val="72924381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C82B3-3763-4D08-A9D6-9B4459DE46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1656e04bc464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F96F5-E811-4AFA-86DC-A5CF9A3A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</a:rPr>
              <a:t>PROJECT DISCUSSION · 6:55–7:00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3F522-91F0-4272-9AB9-51DE52E8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Your project starting 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520E7-538D-40E9-AC59-D1B066D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F16D8-0E82-4265-B9CB-45748943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8B5A4-E368-4E57-B738-0350C241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Question + smallest useful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B16AC-4949-40A4-A5E0-F2CB0BD2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19375"/>
            <a:ext cx="1059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What will you investigate, and what can you build first?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51C9F-A38A-487C-9A26-7F818849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09129-4EBF-44F0-8D9E-C921D93B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19475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Evidence + teaching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37B37-6914-45C5-830C-9BD63EEF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059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How will you test it? What should classmates understand after your demo?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6A90E-FEEA-4261-A529-389E09E7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D40"/>
          </a:solidFill>
          <a:ln xmlns:a="http://schemas.openxmlformats.org/drawingml/2006/main" w="9525">
            <a:solidFill>
              <a:srgbClr val="38566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99D5B-C200-4421-B52A-CF60E6C4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Roles + portfolio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5351B-83B6-4BBB-B13E-B87ED478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91125"/>
            <a:ext cx="1059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Solo or group? Identify contributions and the visuals you need to capture.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1C682-34B6-4F3D-A647-98203816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</a:rPr>
              <a:t>What part of your idea needs help with scope or technical direction?</a:t>
            </a:r>
          </a:p>
        </p:txBody>
      </p:sp>
    </p:spTree>
    <p:extLst>
      <p:ext uri="{BB962C8B-B14F-4D97-AF65-F5344CB8AC3E}">
        <p14:creationId xmlns:p14="http://schemas.microsoft.com/office/powerpoint/2010/main" val="205144691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F70FC-49F9-4BCE-AC27-0575D80B99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bec855662457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754EA-73E7-4E3E-A564-3BABD775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REFERENCE • EXPLORE AFTER THE LIVE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2B4A2-EC55-438C-8222-75D98800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</a:defRPr>
            </a:defPPr>
            <a:lvl1pPr>
              <a:defRPr sz="3300" b="1">
                <a:solidFill>
                  <a:srgbClr val="FFFFFF"/>
                </a:solidFill>
              </a:defRPr>
            </a:lvl1pPr>
            <a:lvl2pPr>
              <a:defRPr sz="3300" b="1">
                <a:solidFill>
                  <a:srgbClr val="FFFFFF"/>
                </a:solidFill>
              </a:defRPr>
            </a:lvl2pPr>
            <a:lvl3pPr>
              <a:defRPr sz="3300" b="1">
                <a:solidFill>
                  <a:srgbClr val="FFFFFF"/>
                </a:solidFill>
              </a:defRPr>
            </a:lvl3pPr>
            <a:lvl4pPr>
              <a:defRPr sz="3300" b="1">
                <a:solidFill>
                  <a:srgbClr val="FFFFFF"/>
                </a:solidFill>
              </a:defRPr>
            </a:lvl4pPr>
            <a:lvl5pPr>
              <a:defRPr sz="3300" b="1">
                <a:solidFill>
                  <a:srgbClr val="FFFFFF"/>
                </a:solidFill>
              </a:defRPr>
            </a:lvl5pPr>
            <a:lvl6pPr>
              <a:defRPr sz="3300" b="1">
                <a:solidFill>
                  <a:srgbClr val="FFFFFF"/>
                </a:solidFill>
              </a:defRPr>
            </a:lvl6pPr>
            <a:lvl7pPr>
              <a:defRPr sz="3300" b="1">
                <a:solidFill>
                  <a:srgbClr val="FFFFFF"/>
                </a:solidFill>
              </a:defRPr>
            </a:lvl7pPr>
            <a:lvl8pPr>
              <a:defRPr sz="3300" b="1">
                <a:solidFill>
                  <a:srgbClr val="FFFFFF"/>
                </a:solidFill>
              </a:defRPr>
            </a:lvl8pPr>
            <a:lvl9pPr>
              <a:defRPr sz="33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Texture-channel reference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40817-5350-4AFC-B971-13830D5A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55255-F212-4FCF-A0D8-A78A8CDDA1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016783b704cb0"/>
          <a:stretch xmlns:a="http://schemas.openxmlformats.org/drawingml/2006/main"/>
        </p:blipFill>
        <p:spPr>
          <a:xfrm xmlns:a="http://schemas.openxmlformats.org/drawingml/2006/main">
            <a:off x="609600" y="2015133"/>
            <a:ext cx="6381750" cy="358973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C97EE-3D18-4469-8AEA-4BD20CD4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Color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9A0D8-FDA8-419D-95F2-B56200F6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9825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Base Color: supplied sRGB texture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with Color sampling.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D0C01-6F13-4049-A859-185AE9E0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337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Numerical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C4018F-720B-4F3F-AB49-4EA603CA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43325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Roughness, AO and masks: linear.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Check channel and sampler.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B054C6-9970-4AE0-9824-B044DA7B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672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Normal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56C61-4FBB-4A2B-8855-FCA5921B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76825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Use the matching convention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and Normal compression.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2627E-C05A-443F-A5ED-159A455E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</a:rPr>
              <a:t>This master: ORM = R: AO   G: roughness   B: metallic</a:t>
            </a:r>
          </a:p>
        </p:txBody>
      </p:sp>
    </p:spTree>
    <p:extLst>
      <p:ext uri="{BB962C8B-B14F-4D97-AF65-F5344CB8AC3E}">
        <p14:creationId xmlns:p14="http://schemas.microsoft.com/office/powerpoint/2010/main" val="113239990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72650-F6A2-491F-A9BE-94167F6DBF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fd99da2fe446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689B3-B985-492D-B384-6A3A822D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REFERENCE • EXPLORE AFTER THE LIVE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4AEB2-A82B-4CDD-ADBC-420BEB9F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</a:defRPr>
            </a:defPPr>
            <a:lvl1pPr>
              <a:defRPr sz="3300" b="1">
                <a:solidFill>
                  <a:srgbClr val="FFFFFF"/>
                </a:solidFill>
              </a:defRPr>
            </a:lvl1pPr>
            <a:lvl2pPr>
              <a:defRPr sz="3300" b="1">
                <a:solidFill>
                  <a:srgbClr val="FFFFFF"/>
                </a:solidFill>
              </a:defRPr>
            </a:lvl2pPr>
            <a:lvl3pPr>
              <a:defRPr sz="3300" b="1">
                <a:solidFill>
                  <a:srgbClr val="FFFFFF"/>
                </a:solidFill>
              </a:defRPr>
            </a:lvl3pPr>
            <a:lvl4pPr>
              <a:defRPr sz="3300" b="1">
                <a:solidFill>
                  <a:srgbClr val="FFFFFF"/>
                </a:solidFill>
              </a:defRPr>
            </a:lvl4pPr>
            <a:lvl5pPr>
              <a:defRPr sz="3300" b="1">
                <a:solidFill>
                  <a:srgbClr val="FFFFFF"/>
                </a:solidFill>
              </a:defRPr>
            </a:lvl5pPr>
            <a:lvl6pPr>
              <a:defRPr sz="3300" b="1">
                <a:solidFill>
                  <a:srgbClr val="FFFFFF"/>
                </a:solidFill>
              </a:defRPr>
            </a:lvl6pPr>
            <a:lvl7pPr>
              <a:defRPr sz="3300" b="1">
                <a:solidFill>
                  <a:srgbClr val="FFFFFF"/>
                </a:solidFill>
              </a:defRPr>
            </a:lvl7pPr>
            <a:lvl8pPr>
              <a:defRPr sz="3300" b="1">
                <a:solidFill>
                  <a:srgbClr val="FFFFFF"/>
                </a:solidFill>
              </a:defRPr>
            </a:lvl8pPr>
            <a:lvl9pPr>
              <a:defRPr sz="33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Normal, POM and vertex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912412-AB7E-4850-B2B1-8EAF17FF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A13B6-FBA4-49B1-A545-9636CA2A60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306a1a1074b69"/>
          <a:stretch xmlns:a="http://schemas.openxmlformats.org/drawingml/2006/main"/>
        </p:blipFill>
        <p:spPr>
          <a:xfrm xmlns:a="http://schemas.openxmlformats.org/drawingml/2006/main">
            <a:off x="3429000" y="1952625"/>
            <a:ext cx="5334000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380CE-D066-4F64-822D-9069CD83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</a:rPr>
              <a:t>Same geometry • different shading normals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A07E0-0E67-4516-AB6A-109A9F80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Normal map: lighting detail     POM: apparent depth     WPO: vertex movement</a:t>
            </a:r>
          </a:p>
        </p:txBody>
      </p:sp>
    </p:spTree>
    <p:extLst>
      <p:ext uri="{BB962C8B-B14F-4D97-AF65-F5344CB8AC3E}">
        <p14:creationId xmlns:p14="http://schemas.microsoft.com/office/powerpoint/2010/main" val="192004520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65932-E59D-4237-AC91-DF96290935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e7144378b47a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A14F6-7BF7-4CF5-852D-1194F1B9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REFERENCE • EXPLORE AFTER THE LIVE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EECF8-224E-493E-9585-E4CC47ED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</a:defRPr>
            </a:defPPr>
            <a:lvl1pPr>
              <a:defRPr sz="3300" b="1">
                <a:solidFill>
                  <a:srgbClr val="FFFFFF"/>
                </a:solidFill>
              </a:defRPr>
            </a:lvl1pPr>
            <a:lvl2pPr>
              <a:defRPr sz="3300" b="1">
                <a:solidFill>
                  <a:srgbClr val="FFFFFF"/>
                </a:solidFill>
              </a:defRPr>
            </a:lvl2pPr>
            <a:lvl3pPr>
              <a:defRPr sz="3300" b="1">
                <a:solidFill>
                  <a:srgbClr val="FFFFFF"/>
                </a:solidFill>
              </a:defRPr>
            </a:lvl3pPr>
            <a:lvl4pPr>
              <a:defRPr sz="3300" b="1">
                <a:solidFill>
                  <a:srgbClr val="FFFFFF"/>
                </a:solidFill>
              </a:defRPr>
            </a:lvl4pPr>
            <a:lvl5pPr>
              <a:defRPr sz="3300" b="1">
                <a:solidFill>
                  <a:srgbClr val="FFFFFF"/>
                </a:solidFill>
              </a:defRPr>
            </a:lvl5pPr>
            <a:lvl6pPr>
              <a:defRPr sz="3300" b="1">
                <a:solidFill>
                  <a:srgbClr val="FFFFFF"/>
                </a:solidFill>
              </a:defRPr>
            </a:lvl6pPr>
            <a:lvl7pPr>
              <a:defRPr sz="3300" b="1">
                <a:solidFill>
                  <a:srgbClr val="FFFFFF"/>
                </a:solidFill>
              </a:defRPr>
            </a:lvl7pPr>
            <a:lvl8pPr>
              <a:defRPr sz="3300" b="1">
                <a:solidFill>
                  <a:srgbClr val="FFFFFF"/>
                </a:solidFill>
              </a:defRPr>
            </a:lvl8pPr>
            <a:lvl9pPr>
              <a:defRPr sz="33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Parameter troubleshooting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C5FC2-D26F-4082-BEA4-DEF61257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88E41-6C0A-4625-8FF7-D747D71B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1 / Assignment and override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C7AA3-92CD-45C7-BEE7-B903DA19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Is the duplicate assigned? Is its parameter checkbox enabled?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8FF46-5B58-4F12-AA78-BD0D382E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2 / Active branch and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DF208-7DA2-48D2-8267-5E2EC2CF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Packed mode uses ORM controls. Collection values affect every reader.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E2C33-B79B-47AF-9170-1DD18D02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</a:rPr>
              <a:t>3 / Data and comparison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7BBA2-DD49-4302-96F5-A3DA8FD5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Check channels, color space, sampler, camera, light and exposure.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0231D-FFA7-4166-B721-DB375746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</a:rPr>
              <a:t>Explore further: Shader cheat sheet + Lab outline in the Week 9 packet</a:t>
            </a:r>
          </a:p>
        </p:txBody>
      </p:sp>
    </p:spTree>
    <p:extLst>
      <p:ext uri="{BB962C8B-B14F-4D97-AF65-F5344CB8AC3E}">
        <p14:creationId xmlns:p14="http://schemas.microsoft.com/office/powerpoint/2010/main" val="18688242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D2F27-B055-48F7-9C1F-C054BB8C10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ea2c638464fe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4B5D7-A66D-4426-BA75-A6E6D416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OPTIONAL STATION 07 EXTENSION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354B9-7481-4128-A71B-CC7149BA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Parallax: height changes the texture lookup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7165D-4261-42E2-ADF6-21EEA425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HEIGHT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88756-872E-43FB-846B-2223D67B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Texture Object → height channel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C30C7-B44E-40D9-9511-3C0EC214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VIEW-DEPENDENT LOOKUP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7BF12-D151-4D14-87A3-4A8F82FB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POM samples the heightfield along the view ray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131A8-8095-4425-B5C8-21E31E70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CONSISTENT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1F8-62EB-4A3B-A479-AEC11B58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Parallax UVs → base color, normal and packed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EAC6D-3ECE-4025-A027-439184ED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Move sideways: does the apparent relief change while the silhouette stays fixed?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A3E80-62F9-4A14-A8BD-FFA105EA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15A</a:t>
            </a:r>
          </a:p>
        </p:txBody>
      </p:sp>
    </p:spTree>
    <p:extLst>
      <p:ext uri="{BB962C8B-B14F-4D97-AF65-F5344CB8AC3E}">
        <p14:creationId xmlns:p14="http://schemas.microsoft.com/office/powerpoint/2010/main" val="2971327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DFE8DC-7172-466B-8B3B-42BE8D788F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ef32b653e4c5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9F5C1-5AC1-42A5-AEC3-EB8E6F7C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</a:rPr>
              <a:t>OPTIONAL STATION 07 EXTENSION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75A97-C4E7-4038-AC4A-87AE19FA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Parallax: test depth, then test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87890-CB1E-44CC-A927-7B6611D9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ONE CONTROL AT A 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6C161-2833-405D-8103-63768392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Near Height: 0.00 → 0.04; keep the camera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753E7-E7A2-4F08-B1B1-9452EF8E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QUALITY HAS A COST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BCD8A-39F2-4029-A09E-0CF34ED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More steps can reduce artifacts; inspect shallow angles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D590D-586D-4A10-90B1-A173F962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CHECK IN THE SCENE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AFD72-E22E-441E-BED1-ED268B05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Test distance, intersections, lighting and the silhouette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4711A-D337-4B83-8276-1E3FBC6D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Record the visible benefit, one failure case, and your reset values.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CC555-74E2-44BF-A344-50A3318B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15B</a:t>
            </a:r>
          </a:p>
        </p:txBody>
      </p:sp>
    </p:spTree>
    <p:extLst>
      <p:ext uri="{BB962C8B-B14F-4D97-AF65-F5344CB8AC3E}">
        <p14:creationId xmlns:p14="http://schemas.microsoft.com/office/powerpoint/2010/main" val="126770636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90C70-2CC2-4AC6-BCD6-B81A84D660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3a42985364dd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235A4-D618-408A-88CA-C00D27E0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1DA18-C378-4B8D-8E62-229E132B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Lab review: finish your shader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6341B-8DDF-470D-A1FD-23322724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6:25–6:30 · PREPARE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712B7-D9C6-410D-93E0-F56DD380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Open your shader. Choose one finish or fix.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44D98-9ED5-480A-AE5B-38D3C0E1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6:30–6:45 ·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3D43D-B0B4-4978-A244-3AF35254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Build, test and capture your improvement.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91AB3-7C8D-4B98-B720-0E1807F2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6:45–6:50 · EXPLAIN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F3D65-933C-405B-9A4C-EBA1809C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Explain your result; save your work and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E756D-8243-4BCC-8E03-EC01CB5B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is the smallest improvement that makes your shader ready?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F1D76-5AA4-487E-A47E-E7937797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L0</a:t>
            </a:r>
          </a:p>
        </p:txBody>
      </p:sp>
    </p:spTree>
    <p:extLst>
      <p:ext uri="{BB962C8B-B14F-4D97-AF65-F5344CB8AC3E}">
        <p14:creationId xmlns:p14="http://schemas.microsoft.com/office/powerpoint/2010/main" val="138051892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3981F-3441-4F5A-B65D-0989D43C4D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c908520755498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37564-F6D3-4F7A-8D5E-263A43B6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3B1AE-FFCB-4AB7-AD92-DD9FB730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· Surface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0C243-022B-4978-9481-E07E8821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SET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49038-2886-4E3F-9CFD-690B2EF2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Assign a copy of MI_W09_05_PolishedMetal.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247C-7218-47AF-886A-C7A66D5F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COMPARE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72E6D-5563-4207-B3F1-0D0AC45D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MinRoughness = MaxRoughness: 0.2 → 0.8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3A5B8-CCB3-45B3-9EBD-E7282A85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LOOK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D63C0-BF85-4A01-914D-CD9E585C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Broader reflections; keep metallic, tint and normals fixed.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42DDA-0CA8-4BC6-AC6D-824D79FD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Why set both endpoints to the same value?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A68DD-783D-4688-87AB-4B9678C9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LA</a:t>
            </a:r>
          </a:p>
        </p:txBody>
      </p:sp>
    </p:spTree>
    <p:extLst>
      <p:ext uri="{BB962C8B-B14F-4D97-AF65-F5344CB8AC3E}">
        <p14:creationId xmlns:p14="http://schemas.microsoft.com/office/powerpoint/2010/main" val="16244611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D6307-1184-48CD-B708-6AF08EB570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bb3274c41409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5B6FD-ED2E-4BFC-AE1E-1A3DE3EF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74924-FFE3-4659-9F98-19383AED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B · Painted height transition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9E691-EB36-461F-8C82-260A6D8401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f2b93df474899"/>
          <a:stretch xmlns:a="http://schemas.openxmlformats.org/drawingml/2006/main"/>
        </p:blipFill>
        <p:spPr>
          <a:xfrm xmlns:a="http://schemas.openxmlformats.org/drawingml/2006/main">
            <a:off x="609600" y="2163961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885C2-8FAE-449B-A49F-81F2D52C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SET 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39994-3523-467F-B730-F948D14F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050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Station 08 · copy MI_08_HeightBlend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FEE7D-D2A7-4815-9316-C02F6D3F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533CA-57FE-4CC9-A65C-4428751A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4332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Blend Contrast: 1 →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FAF00-5BC6-4C7F-B0E3-EE6B0D21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LOOK FOR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D1B48-BA9C-416E-8C93-4D9300C5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815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Transition shape; unchanged silhouette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37F193-AB77-47B3-AAF7-47F878D1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Is this changing blend coverage or moving vertices?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4F92F-F5A3-48D4-88E5-C885ED46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LB</a:t>
            </a:r>
          </a:p>
        </p:txBody>
      </p:sp>
    </p:spTree>
    <p:extLst>
      <p:ext uri="{BB962C8B-B14F-4D97-AF65-F5344CB8AC3E}">
        <p14:creationId xmlns:p14="http://schemas.microsoft.com/office/powerpoint/2010/main" val="5917227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27D3D-67F1-4A6C-B333-30DC61F8A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56ce0f7534c9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FB64C-2081-4D69-8B19-9F6EA572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FB419-E54B-4074-AC24-87B10598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 · Shared and per-object controls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E1FF7-96F3-45BF-A7B3-35C01929BB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4ad142a514866"/>
          <a:stretch xmlns:a="http://schemas.openxmlformats.org/drawingml/2006/main"/>
        </p:blipFill>
        <p:spPr>
          <a:xfrm xmlns:a="http://schemas.openxmlformats.org/drawingml/2006/main">
            <a:off x="609600" y="2163961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F1F1D-F863-4480-A0CE-57ED7047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TEST 1 · SHARED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16496-1E5F-44EC-A969-76BB9E9B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050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SharedRoughness: 0.2 → 0.8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EE31F-7141-4653-B0F8-284C9D23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RESET, THEN TEST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1928E-CCB5-4AB5-8FA8-2CA59795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4332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Change one component’s RGB data: entries 0–2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588687-4C49-4A19-A7E2-C3D7BFD7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LOOK FOR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7E06E-D9B7-450E-BB83-1704E082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815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Three surfaces change; then only one changes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EA8F0-B8E1-4359-A267-A7B47A0A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Which object owns each value?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DC3A3-8C87-4506-8776-7EFF7214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LC</a:t>
            </a:r>
          </a:p>
        </p:txBody>
      </p:sp>
    </p:spTree>
    <p:extLst>
      <p:ext uri="{BB962C8B-B14F-4D97-AF65-F5344CB8AC3E}">
        <p14:creationId xmlns:p14="http://schemas.microsoft.com/office/powerpoint/2010/main" val="75235617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526745-F465-4117-A2E4-26162EB85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9debd11c040c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4CFC18-916A-4EB7-904A-1007BF4A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A8250-F8ED-4FEE-9DE7-04A1004A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 · Decal surface response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52FE10-7D68-48DF-98CF-A10248C0FF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bfba53cbcc4d90"/>
          <a:stretch xmlns:a="http://schemas.openxmlformats.org/drawingml/2006/main"/>
        </p:blipFill>
        <p:spPr>
          <a:xfrm xmlns:a="http://schemas.openxmlformats.org/drawingml/2006/main">
            <a:off x="609600" y="2163961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F2254-77C5-4D03-BEBB-BE2C6C93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SET 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5CBE0-602F-46FE-ABBA-2F914A26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050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Assign a copy of MI_10_RoughnessDecal.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D4199-D40F-4A1A-BBF5-E0579A2F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85B067-E365-44DA-9BF5-F85D71C9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4332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Roughness: 0.03 → 0.8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365BB-A84C-4AF6-BCD8-AE37FF63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LOOK FOR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B42C0-5802-4D5C-8534-85A7189A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81575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Changed reflections inside the projection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CEDC4-1D7E-4C52-8933-F4DE379A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Can a decal change a surface without adding a color patch?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25252-7411-4ECD-9805-6F2EE32C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LD</a:t>
            </a:r>
          </a:p>
        </p:txBody>
      </p:sp>
    </p:spTree>
    <p:extLst>
      <p:ext uri="{BB962C8B-B14F-4D97-AF65-F5344CB8AC3E}">
        <p14:creationId xmlns:p14="http://schemas.microsoft.com/office/powerpoint/2010/main" val="117628974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F9C50-4582-4EF6-98F0-24C0BF4EE8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5ee0d07064eb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2789F-75D1-4F6C-9385-0452FB73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6153A-E141-4041-9A40-460B6760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Optional · Parallax depth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E10CF-60A7-4DAB-951D-2DA8D293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SET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49D90-2AE2-41D7-A6E9-B4CEEAF4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Station 07 · duplicate and assign the POM instance.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8F44E-29C9-48D9-B575-5A4EB10D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COMPARE CLOSE TO THE SURFACE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09127-1F00-4C87-B574-E68D0217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POM | Near Height: 0.00 → 0.04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7304F-E51A-4DF9-AA4A-DE66EDB8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LOOK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F9B69-73F3-49B7-969B-DDF76988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View-dependent relief; unchanged mesh silhouette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4D8F8-D478-4F22-9A7C-2BD8B0A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What changes when you move sideways—and what does not?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5C9451-3C7C-41B1-8CF5-2141D611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LE</a:t>
            </a:r>
          </a:p>
        </p:txBody>
      </p:sp>
    </p:spTree>
    <p:extLst>
      <p:ext uri="{BB962C8B-B14F-4D97-AF65-F5344CB8AC3E}">
        <p14:creationId xmlns:p14="http://schemas.microsoft.com/office/powerpoint/2010/main" val="86043563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79D3E-48BE-4D95-AEB0-27B3A7984F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feafe3626406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C616D-6250-4E58-AFF7-02E2726E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LAB COMPANION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6F93E-9228-4C6A-AA60-3A4AE422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Lab review: explain your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009F1-6BBE-4349-8DD7-2F5C14FF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SHOW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F529A-EA85-4051-9088-4A0E8E58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Your shader result + the graph that produces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05414-2DD5-44AC-B31B-18DD7665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EXPLAIN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73693-EF33-4B9F-A086-DDA79C5E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Prediction → observation → reason or limitation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9D8E23-0285-462F-A4F1-4E2EBDB3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MAKE IT REPRODUCIBLE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ADBFA-CA39-40B9-8918-391A5ECD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</a:rPr>
              <a:t>Readable graph, result capture and a brief explanation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B59AA-C812-487B-AF44-BA5D2A31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Can a classmate explain how your shader achieves its effect?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29E9F-A1CD-416E-823B-2A825FB0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LF</a:t>
            </a:r>
          </a:p>
        </p:txBody>
      </p:sp>
    </p:spTree>
    <p:extLst>
      <p:ext uri="{BB962C8B-B14F-4D97-AF65-F5344CB8AC3E}">
        <p14:creationId xmlns:p14="http://schemas.microsoft.com/office/powerpoint/2010/main" val="112079140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68D4E-94FB-48C8-83A0-595D2CA479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391ba34ae40b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8E3A2-3C34-4EA4-85F2-52A261B9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TEXTURE ORGANIZATION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36453-D0E5-4D2F-A9F1-1ABB6369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Channel packing, atlases and arrays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7C921-5A75-4E31-B32E-A8CAC5E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Channel packing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5C047-9126-44F8-8EA2-B4D886FA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Different data in R / G /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CD1180-B10D-459A-BC7E-31EDD52B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One UV lookup; select a channel.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C93F8-F54F-475A-B3FA-0B6699DD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Example: AO / roughness / metallic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A4182-735E-44BA-A114-AC504E05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4312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Texture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8B71A-69B0-4D03-AB47-E3F76959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62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Different images in one 2D sheet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436B4-4740-4EE7-B1C4-0971C633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Remap UVs into a tile.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1AE350-B9B6-4645-B18A-FEEB7584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62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Manage borders and mip bleeding.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9F8D1-7223-41F3-8F26-3127E2C7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4312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Texture array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1FFFF-C986-40C5-A2B6-F6B6828C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622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Different images in indexed slices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3549C9-5E4E-4BC2-92FA-B516C98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62375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Sample with UV + slice index.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7D3FA-89D2-4526-A4B9-B1A2AF6C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62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</a:rPr>
              <a:t>Keep matching map slices aligned.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476B6-F65A-465B-A70A-24BBCB10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</a:rPr>
              <a:t>Week 10: compare the same result, then measure memory and rendering cost.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A039C-D4B3-465E-92F9-1E44B531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2654340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FFB9C-EE08-4A7D-9416-FF13898627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3a1b395c54cd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D13B01-E35F-4A8E-9ADC-E15090C3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WATER SHADER 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D66FE-F116-4CB9-90A3-F5FEA535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Flow mask and flow direction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55CD6-BD26-444C-866B-A604CD9F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Mask · where / how much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DC20D-BE25-4455-B810-51CB3958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A scalar weight from 0 to 1.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Use it to limit flow near a bank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or blend still and flowing detail.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5D00F-2A7C-44B3-8A39-42E513B5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5200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</a:rPr>
              <a:t>Flowmap · which direction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BF702-C9D2-4EA7-B163-8019ABD6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14625"/>
            <a:ext cx="52006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FFFF"/>
                </a:solidFill>
              </a:defRPr>
            </a:defPPr>
            <a:lvl1pPr>
              <a:defRPr sz="2100" b="0">
                <a:solidFill>
                  <a:srgbClr val="FFFFFF"/>
                </a:solidFill>
              </a:defRPr>
            </a:lvl1pPr>
            <a:lvl2pPr>
              <a:defRPr sz="2100" b="0">
                <a:solidFill>
                  <a:srgbClr val="FFFFFF"/>
                </a:solidFill>
              </a:defRPr>
            </a:lvl2pPr>
            <a:lvl3pPr>
              <a:defRPr sz="2100" b="0">
                <a:solidFill>
                  <a:srgbClr val="FFFFFF"/>
                </a:solidFill>
              </a:defRPr>
            </a:lvl3pPr>
            <a:lvl4pPr>
              <a:defRPr sz="2100" b="0">
                <a:solidFill>
                  <a:srgbClr val="FFFFFF"/>
                </a:solidFill>
              </a:defRPr>
            </a:lvl4pPr>
            <a:lvl5pPr>
              <a:defRPr sz="2100" b="0">
                <a:solidFill>
                  <a:srgbClr val="FFFFFF"/>
                </a:solidFill>
              </a:defRPr>
            </a:lvl5pPr>
            <a:lvl6pPr>
              <a:defRPr sz="2100" b="0">
                <a:solidFill>
                  <a:srgbClr val="FFFFFF"/>
                </a:solidFill>
              </a:defRPr>
            </a:lvl6pPr>
            <a:lvl7pPr>
              <a:defRPr sz="2100" b="0">
                <a:solidFill>
                  <a:srgbClr val="FFFFFF"/>
                </a:solidFill>
              </a:defRPr>
            </a:lvl7pPr>
            <a:lvl8pPr>
              <a:defRPr sz="2100" b="0">
                <a:solidFill>
                  <a:srgbClr val="FFFFFF"/>
                </a:solidFill>
              </a:defRPr>
            </a:lvl8pPr>
            <a:lvl9pPr>
              <a:defRPr sz="21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RG stores a 2D direction field.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For a 0–1 encoded map: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direction = RG × 2 − 1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6206D-1EA5-461E-82DA-86015D6D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</a:rPr>
              <a:t>Flow influence = direction × mask × speed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E6557-89DC-4EA2-B5EE-B1496DD8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Compare mask 0 → 1 while keeping direction, speed and view fixed.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3D682-EC1B-4C4C-98E0-2260D226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C4D3E3"/>
                </a:solidFill>
              </a:defRPr>
            </a:defPPr>
            <a:lvl1pPr>
              <a:defRPr sz="1650" b="0">
                <a:solidFill>
                  <a:srgbClr val="C4D3E3"/>
                </a:solidFill>
              </a:defRPr>
            </a:lvl1pPr>
            <a:lvl2pPr>
              <a:defRPr sz="1650" b="0">
                <a:solidFill>
                  <a:srgbClr val="C4D3E3"/>
                </a:solidFill>
              </a:defRPr>
            </a:lvl2pPr>
            <a:lvl3pPr>
              <a:defRPr sz="1650" b="0">
                <a:solidFill>
                  <a:srgbClr val="C4D3E3"/>
                </a:solidFill>
              </a:defRPr>
            </a:lvl3pPr>
            <a:lvl4pPr>
              <a:defRPr sz="1650" b="0">
                <a:solidFill>
                  <a:srgbClr val="C4D3E3"/>
                </a:solidFill>
              </a:defRPr>
            </a:lvl4pPr>
            <a:lvl5pPr>
              <a:defRPr sz="1650" b="0">
                <a:solidFill>
                  <a:srgbClr val="C4D3E3"/>
                </a:solidFill>
              </a:defRPr>
            </a:lvl5pPr>
            <a:lvl6pPr>
              <a:defRPr sz="1650" b="0">
                <a:solidFill>
                  <a:srgbClr val="C4D3E3"/>
                </a:solidFill>
              </a:defRPr>
            </a:lvl6pPr>
            <a:lvl7pPr>
              <a:defRPr sz="1650" b="0">
                <a:solidFill>
                  <a:srgbClr val="C4D3E3"/>
                </a:solidFill>
              </a:defRPr>
            </a:lvl7pPr>
            <a:lvl8pPr>
              <a:defRPr sz="1650" b="0">
                <a:solidFill>
                  <a:srgbClr val="C4D3E3"/>
                </a:solidFill>
              </a:defRPr>
            </a:lvl8pPr>
            <a:lvl9pPr>
              <a:defRPr sz="165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4D3E3"/>
                </a:solidFill>
              </a:defRPr>
            </a:pPr>
            <a:r>
              <a:rPr sz="1650" b="0">
                <a:solidFill>
                  <a:srgbClr val="C4D3E3"/>
                </a:solidFill>
              </a:rPr>
              <a:t>Texture motion does not move the mesh. Keep this an optional extension.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DAFB29-7EED-4955-AD1F-EDD15EB8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0190916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A26C4A-F152-4C61-8008-832E04B38D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7ed11be0e4fd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82008-5DC8-408F-B789-03267504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DECAL RECEIVERS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4B11E-30E6-4D72-A2D1-351181F4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Custom decal response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331E3-0D4E-462B-93DB-49FB1BBD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PROJECTED 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249B7-11C2-477A-88AD-47D0B243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The decal supplies color, normal or roughness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C5D8D-3DAC-4235-B652-F198F0F4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RECEIVER LOGIC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58960-1A07-40B6-984E-02D8708E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A surface mask can confine the response to crevices.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C5C61-11BC-4728-BDB9-935379A6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</a:rPr>
              <a:t>APPLY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272DE-60CB-44A4-AAEB-B1D2702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For manual DBuffer blending: receiver Decal Response = None.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7BCCA-D97A-44DA-8B22-3665FB21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</a:rPr>
              <a:t>Actor Receives Decals and material Decal Response are different controls.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9324F-CDEB-408B-A667-38232350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9F</a:t>
            </a:r>
          </a:p>
        </p:txBody>
      </p:sp>
    </p:spTree>
    <p:extLst>
      <p:ext uri="{BB962C8B-B14F-4D97-AF65-F5344CB8AC3E}">
        <p14:creationId xmlns:p14="http://schemas.microsoft.com/office/powerpoint/2010/main" val="150701760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1CDD54-1C88-43CD-A951-07BD0C925D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69ba890bf4bf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6D9C5-F353-4072-A767-DED6AB83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OUTSIDE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BAE907-73E5-4F07-A7D3-384F9056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Snow that remembers contact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F6309-E6C5-4FAD-8A63-D9DA144491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9b4c0d89c46e0"/>
          <a:stretch xmlns:a="http://schemas.openxmlformats.org/drawingml/2006/main"/>
        </p:blipFill>
        <p:spPr>
          <a:xfrm xmlns:a="http://schemas.openxmlformats.org/drawingml/2006/main">
            <a:off x="1530350" y="2000250"/>
            <a:ext cx="4445000" cy="3333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859FF-D47F-4C04-8258-F781FBCF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00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MECHANISM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40F5F-EB84-4E33-BEE6-978B2177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 render target stores an interaction mask.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C85D9-DB0F-4D46-8DBA-2ED81BBB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908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START SMALL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2C373-F40E-475F-97B9-48281CAE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43300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One small patch; stamp a footprint mask.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A232E-F070-4125-AFCC-CB431598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81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FINAL-PROJECT STRETCH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AC370-2492-4C8A-8C66-EDF78399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Persistent trails with convincing depth.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C01141-2C35-4B1E-A44D-0E2B4AD6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>
                <a:hlinkClick xmlns:r="http://schemas.openxmlformats.org/officeDocument/2006/relationships" r:id="Rd9c8692ef25f42b7"/>
              </a:rPr>
              <a:t>Open the online example 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447A1-185A-4077-8AE7-3EFEB07B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Borrow a focused idea for the shader you are already making.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2F924E-5DBD-413E-9B17-F3487433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19A</a:t>
            </a:r>
          </a:p>
        </p:txBody>
      </p:sp>
    </p:spTree>
    <p:extLst>
      <p:ext uri="{BB962C8B-B14F-4D97-AF65-F5344CB8AC3E}">
        <p14:creationId xmlns:p14="http://schemas.microsoft.com/office/powerpoint/2010/main" val="14300860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30067-A21D-42D1-80B4-DAD5671FC9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47415e5ce4eb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914D0-D4C4-4FC5-962B-4B68D372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OUTSIDE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0F2C7-78DE-4203-AC92-B39E4310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Grass that bends with the world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289A8-33B5-48AC-83BC-4CE7491AF2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d8b816e0742b5"/>
          <a:stretch xmlns:a="http://schemas.openxmlformats.org/drawingml/2006/main"/>
        </p:blipFill>
        <p:spPr>
          <a:xfrm xmlns:a="http://schemas.openxmlformats.org/drawingml/2006/main">
            <a:off x="1530350" y="2000250"/>
            <a:ext cx="4445000" cy="3333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7171D-F158-43BD-B862-79EE0513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00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MECHANISM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CEB24-D1BB-4F77-B2E2-DB7C570D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Pivot data guides material-driven bending.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1DB73-3F2C-4FA3-A4BA-A0F88062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908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START SMALL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FC799-2528-42B8-AB7A-4FD67D5A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43300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Mask the roots; animate one grass clump.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93E1D-6EBE-46A1-811A-743580AB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81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FINAL-PROJECT STRETCH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9B396-1BEB-4BED-8CA4-3042AAFD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Add player interaction and varied motion.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B12F7-FF90-4E70-9415-5ACE7C6F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>
                <a:hlinkClick xmlns:r="http://schemas.openxmlformats.org/officeDocument/2006/relationships" r:id="R093f1cf159ac4b97"/>
              </a:rPr>
              <a:t>Open the online example 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04369-C697-45D6-B028-7DB55218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Borrow a focused idea for the shader you are already making.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FA352-EE26-46E6-B24D-C90D77F1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19B</a:t>
            </a:r>
          </a:p>
        </p:txBody>
      </p:sp>
    </p:spTree>
    <p:extLst>
      <p:ext uri="{BB962C8B-B14F-4D97-AF65-F5344CB8AC3E}">
        <p14:creationId xmlns:p14="http://schemas.microsoft.com/office/powerpoint/2010/main" val="62010877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A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9A159-8EA9-458D-BFD1-58C3D685F8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a3e21e12a4c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EC102-D9EE-4BC3-940A-62E3A498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</a:rPr>
              <a:t>OPTIONAL · OUTSIDE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25835-0D1F-4FE0-9C08-E8981FDC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One material family, useful variations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E9747-1FD8-4039-8C2C-F45031FA88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b9e5e70914542"/>
          <a:stretch xmlns:a="http://schemas.openxmlformats.org/drawingml/2006/main"/>
        </p:blipFill>
        <p:spPr>
          <a:xfrm xmlns:a="http://schemas.openxmlformats.org/drawingml/2006/main">
            <a:off x="609600" y="2643153"/>
            <a:ext cx="6286500" cy="204794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05FDF5-7A5E-440A-80F9-064E70F6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002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MECHANISM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83D5A-5F0F-46BE-972D-9CB4F768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 shared parent exposes purposeful controls.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AB7CE-5DB0-4A7B-AC5E-8FDA0791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908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START SMALL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668C5-BBC7-4A35-998C-DAD00C9F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43300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Make three readable instances of your shader.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A02C6-BE10-4A26-B892-36595E11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815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</a:rPr>
              <a:t>FINAL-PROJECT STRETCH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519D2-8F98-4895-9746-AE0F146E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Build a focused, documented surface library.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14400-AD89-42C5-9FAD-A9B943FC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72D4C1"/>
                </a:solidFill>
              </a:defRPr>
            </a:pPr>
            <a:r>
              <a:rPr>
                <a:hlinkClick xmlns:r="http://schemas.openxmlformats.org/officeDocument/2006/relationships" r:id="R16abe3dad2034119"/>
              </a:rPr>
              <a:t>Open the online example 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7FFA4E-A2BD-4902-B898-8DAF5ABF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Borrow a focused idea for the shader you are already making.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0389F3-F7B7-4962-B71C-3AC6C681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</a:rPr>
              <a:t>19C</a:t>
            </a:r>
          </a:p>
        </p:txBody>
      </p:sp>
    </p:spTree>
    <p:extLst>
      <p:ext uri="{BB962C8B-B14F-4D97-AF65-F5344CB8AC3E}">
        <p14:creationId xmlns:p14="http://schemas.microsoft.com/office/powerpoint/2010/main" val="12811783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2026-10-29T15:01:52.0200000Z</dcterms:created>
  <dcterms:modified xsi:type="dcterms:W3CDTF">2026-10-29T15:01:52.0200000Z</dcterms:modified>
</coreProperties>
</file>