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gif" ContentType="image/gif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ec5a0aedc8b4e22" /><Relationship Type="http://schemas.openxmlformats.org/officeDocument/2006/relationships/extended-properties" Target="/docProps/app.xml" Id="R372971e9661249a3" /><Relationship Type="http://schemas.openxmlformats.org/officeDocument/2006/relationships/officeDocument" Target="/ppt/presentation.xml" Id="Rfb9ca74f64734e0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6f9abdb59b94138"/>
  </p:sldMasterIdLst>
  <p:notesMasterIdLst>
    <p:notesMasterId xmlns:r="http://schemas.openxmlformats.org/officeDocument/2006/relationships" r:id="R5483ed189d3d4be5"/>
  </p:notesMasterIdLst>
  <p:sldIdLst>
    <p:sldId xmlns:r="http://schemas.openxmlformats.org/officeDocument/2006/relationships" id="256" r:id="R49e6d5343e23493c"/>
    <p:sldId xmlns:r="http://schemas.openxmlformats.org/officeDocument/2006/relationships" id="257" r:id="R075edf46f9ab47a3"/>
    <p:sldId xmlns:r="http://schemas.openxmlformats.org/officeDocument/2006/relationships" id="258" r:id="R5d18cc0e39b14433"/>
    <p:sldId xmlns:r="http://schemas.openxmlformats.org/officeDocument/2006/relationships" id="259" r:id="R423342ede2524a5c"/>
    <p:sldId xmlns:r="http://schemas.openxmlformats.org/officeDocument/2006/relationships" id="260" r:id="R6bcd852635b94a2e"/>
    <p:sldId xmlns:r="http://schemas.openxmlformats.org/officeDocument/2006/relationships" id="261" r:id="R3192ef9a80fb4f46"/>
    <p:sldId xmlns:r="http://schemas.openxmlformats.org/officeDocument/2006/relationships" id="262" r:id="Rd06451d1167547e7"/>
    <p:sldId xmlns:r="http://schemas.openxmlformats.org/officeDocument/2006/relationships" id="263" r:id="Rf6e7b3338bfa40a5"/>
    <p:sldId xmlns:r="http://schemas.openxmlformats.org/officeDocument/2006/relationships" id="264" r:id="R09fb1242c4304c3a"/>
    <p:sldId xmlns:r="http://schemas.openxmlformats.org/officeDocument/2006/relationships" id="265" r:id="R4709955a6eae4ad7"/>
    <p:sldId xmlns:r="http://schemas.openxmlformats.org/officeDocument/2006/relationships" id="266" r:id="R11de635231674fe6"/>
    <p:sldId xmlns:r="http://schemas.openxmlformats.org/officeDocument/2006/relationships" id="267" r:id="R997d53a3b4004085"/>
    <p:sldId xmlns:r="http://schemas.openxmlformats.org/officeDocument/2006/relationships" id="268" r:id="R24cd52f43cb342dc"/>
    <p:sldId xmlns:r="http://schemas.openxmlformats.org/officeDocument/2006/relationships" id="269" r:id="Rb3d870b24e884e11"/>
    <p:sldId xmlns:r="http://schemas.openxmlformats.org/officeDocument/2006/relationships" id="270" r:id="R462a2632c45547a1"/>
    <p:sldId xmlns:r="http://schemas.openxmlformats.org/officeDocument/2006/relationships" id="271" r:id="Racaed506f0d04e4f"/>
    <p:sldId xmlns:r="http://schemas.openxmlformats.org/officeDocument/2006/relationships" id="272" r:id="Rbc7decbaae134f74"/>
    <p:sldId xmlns:r="http://schemas.openxmlformats.org/officeDocument/2006/relationships" id="273" r:id="R2a58cb431b1d4f6e"/>
    <p:sldId xmlns:r="http://schemas.openxmlformats.org/officeDocument/2006/relationships" id="274" r:id="R5c57cf4f51fa4188"/>
    <p:sldId xmlns:r="http://schemas.openxmlformats.org/officeDocument/2006/relationships" id="275" r:id="R2cd63c7aeb474aaa"/>
    <p:sldId xmlns:r="http://schemas.openxmlformats.org/officeDocument/2006/relationships" id="276" r:id="R89d44bbcb777401f"/>
    <p:sldId xmlns:r="http://schemas.openxmlformats.org/officeDocument/2006/relationships" id="277" r:id="R10c90f11ae834bc3"/>
    <p:sldId xmlns:r="http://schemas.openxmlformats.org/officeDocument/2006/relationships" id="278" r:id="R21b96dc280124b3d"/>
    <p:sldId xmlns:r="http://schemas.openxmlformats.org/officeDocument/2006/relationships" id="279" r:id="Rb7a6d280257e40d5"/>
    <p:sldId xmlns:r="http://schemas.openxmlformats.org/officeDocument/2006/relationships" id="280" r:id="Rbe3c6870bd464aef"/>
    <p:sldId xmlns:r="http://schemas.openxmlformats.org/officeDocument/2006/relationships" id="281" r:id="R9067b3340d994e52"/>
    <p:sldId xmlns:r="http://schemas.openxmlformats.org/officeDocument/2006/relationships" id="282" r:id="Ra3f209fd90704efb"/>
    <p:sldId xmlns:r="http://schemas.openxmlformats.org/officeDocument/2006/relationships" id="283" r:id="R96beb9a260e64ade"/>
    <p:sldId xmlns:r="http://schemas.openxmlformats.org/officeDocument/2006/relationships" id="284" r:id="Re2c8b2e6f79e4bec"/>
    <p:sldId xmlns:r="http://schemas.openxmlformats.org/officeDocument/2006/relationships" id="285" r:id="R9e85fae6e2824eef"/>
    <p:sldId xmlns:r="http://schemas.openxmlformats.org/officeDocument/2006/relationships" id="286" r:id="Rf4669be381ea444a"/>
    <p:sldId xmlns:r="http://schemas.openxmlformats.org/officeDocument/2006/relationships" id="287" r:id="R1d61812e0aaf48b5"/>
    <p:sldId xmlns:r="http://schemas.openxmlformats.org/officeDocument/2006/relationships" id="288" r:id="R022a673d41a7424b"/>
    <p:sldId xmlns:r="http://schemas.openxmlformats.org/officeDocument/2006/relationships" id="289" r:id="R20b11c3b13824a18"/>
    <p:sldId xmlns:r="http://schemas.openxmlformats.org/officeDocument/2006/relationships" id="290" r:id="Rdbc02adf27e2479d"/>
    <p:sldId xmlns:r="http://schemas.openxmlformats.org/officeDocument/2006/relationships" id="291" r:id="Ra27cf6055b914d46"/>
    <p:sldId xmlns:r="http://schemas.openxmlformats.org/officeDocument/2006/relationships" id="292" r:id="R6646905269ec402c"/>
    <p:sldId xmlns:r="http://schemas.openxmlformats.org/officeDocument/2006/relationships" id="293" r:id="R7ac1ffa602444820"/>
    <p:sldId xmlns:r="http://schemas.openxmlformats.org/officeDocument/2006/relationships" id="294" r:id="R7a2626923aff443a"/>
    <p:sldId xmlns:r="http://schemas.openxmlformats.org/officeDocument/2006/relationships" id="295" r:id="R27a8ce9afdf245ef"/>
    <p:sldId xmlns:r="http://schemas.openxmlformats.org/officeDocument/2006/relationships" id="296" r:id="R15f275dcf77446b2"/>
    <p:sldId xmlns:r="http://schemas.openxmlformats.org/officeDocument/2006/relationships" id="297" r:id="R4f53002a1a954c06"/>
    <p:sldId xmlns:r="http://schemas.openxmlformats.org/officeDocument/2006/relationships" id="298" r:id="Ra768270a5d2544c9"/>
    <p:sldId xmlns:r="http://schemas.openxmlformats.org/officeDocument/2006/relationships" id="299" r:id="Re92ae7cdfcf34e73"/>
    <p:sldId xmlns:r="http://schemas.openxmlformats.org/officeDocument/2006/relationships" id="300" r:id="R8dcd60ac014942c1"/>
    <p:sldId xmlns:r="http://schemas.openxmlformats.org/officeDocument/2006/relationships" id="301" r:id="Rddec0a951c564e6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cbe073da81e414d" /><Relationship Type="http://schemas.openxmlformats.org/officeDocument/2006/relationships/slideMaster" Target="/ppt/slideMasters/slideMaster1.xml" Id="Rf6f9abdb59b94138" /><Relationship Type="http://schemas.openxmlformats.org/officeDocument/2006/relationships/notesMaster" Target="/ppt/notesMasters/notesMaster1.xml" Id="R5483ed189d3d4be5" /><Relationship Type="http://schemas.openxmlformats.org/officeDocument/2006/relationships/presProps" Target="/ppt/presProps.xml" Id="Rf2009f1f7d3244c8" /><Relationship Type="http://schemas.openxmlformats.org/officeDocument/2006/relationships/tableStyles" Target="/ppt/tableStyles.xml" Id="R6668f1d27f5546b1" /><Relationship Type="http://schemas.openxmlformats.org/officeDocument/2006/relationships/slide" Target="/ppt/slides/slide1.xml" Id="R49e6d5343e23493c" /><Relationship Type="http://schemas.openxmlformats.org/officeDocument/2006/relationships/slide" Target="/ppt/slides/slide2.xml" Id="R075edf46f9ab47a3" /><Relationship Type="http://schemas.openxmlformats.org/officeDocument/2006/relationships/slide" Target="/ppt/slides/slide3.xml" Id="R5d18cc0e39b14433" /><Relationship Type="http://schemas.openxmlformats.org/officeDocument/2006/relationships/slide" Target="/ppt/slides/slide4.xml" Id="R423342ede2524a5c" /><Relationship Type="http://schemas.openxmlformats.org/officeDocument/2006/relationships/slide" Target="/ppt/slides/slide5.xml" Id="R6bcd852635b94a2e" /><Relationship Type="http://schemas.openxmlformats.org/officeDocument/2006/relationships/slide" Target="/ppt/slides/slide6.xml" Id="R3192ef9a80fb4f46" /><Relationship Type="http://schemas.openxmlformats.org/officeDocument/2006/relationships/slide" Target="/ppt/slides/slide7.xml" Id="Rd06451d1167547e7" /><Relationship Type="http://schemas.openxmlformats.org/officeDocument/2006/relationships/slide" Target="/ppt/slides/slide8.xml" Id="Rf6e7b3338bfa40a5" /><Relationship Type="http://schemas.openxmlformats.org/officeDocument/2006/relationships/slide" Target="/ppt/slides/slide9.xml" Id="R09fb1242c4304c3a" /><Relationship Type="http://schemas.openxmlformats.org/officeDocument/2006/relationships/slide" Target="/ppt/slides/slide10.xml" Id="R4709955a6eae4ad7" /><Relationship Type="http://schemas.openxmlformats.org/officeDocument/2006/relationships/slide" Target="/ppt/slides/slide11.xml" Id="R11de635231674fe6" /><Relationship Type="http://schemas.openxmlformats.org/officeDocument/2006/relationships/slide" Target="/ppt/slides/slide12.xml" Id="R997d53a3b4004085" /><Relationship Type="http://schemas.openxmlformats.org/officeDocument/2006/relationships/slide" Target="/ppt/slides/slide13.xml" Id="R24cd52f43cb342dc" /><Relationship Type="http://schemas.openxmlformats.org/officeDocument/2006/relationships/slide" Target="/ppt/slides/slide14.xml" Id="Rb3d870b24e884e11" /><Relationship Type="http://schemas.openxmlformats.org/officeDocument/2006/relationships/slide" Target="/ppt/slides/slide15.xml" Id="R462a2632c45547a1" /><Relationship Type="http://schemas.openxmlformats.org/officeDocument/2006/relationships/slide" Target="/ppt/slides/slide16.xml" Id="Racaed506f0d04e4f" /><Relationship Type="http://schemas.openxmlformats.org/officeDocument/2006/relationships/slide" Target="/ppt/slides/slide17.xml" Id="Rbc7decbaae134f74" /><Relationship Type="http://schemas.openxmlformats.org/officeDocument/2006/relationships/slide" Target="/ppt/slides/slide18.xml" Id="R2a58cb431b1d4f6e" /><Relationship Type="http://schemas.openxmlformats.org/officeDocument/2006/relationships/slide" Target="/ppt/slides/slide19.xml" Id="R5c57cf4f51fa4188" /><Relationship Type="http://schemas.openxmlformats.org/officeDocument/2006/relationships/slide" Target="/ppt/slides/slide20.xml" Id="R2cd63c7aeb474aaa" /><Relationship Type="http://schemas.openxmlformats.org/officeDocument/2006/relationships/slide" Target="/ppt/slides/slide21.xml" Id="R89d44bbcb777401f" /><Relationship Type="http://schemas.openxmlformats.org/officeDocument/2006/relationships/slide" Target="/ppt/slides/slide22.xml" Id="R10c90f11ae834bc3" /><Relationship Type="http://schemas.openxmlformats.org/officeDocument/2006/relationships/slide" Target="/ppt/slides/slide23.xml" Id="R21b96dc280124b3d" /><Relationship Type="http://schemas.openxmlformats.org/officeDocument/2006/relationships/slide" Target="/ppt/slides/slide24.xml" Id="Rb7a6d280257e40d5" /><Relationship Type="http://schemas.openxmlformats.org/officeDocument/2006/relationships/slide" Target="/ppt/slides/slide25.xml" Id="Rbe3c6870bd464aef" /><Relationship Type="http://schemas.openxmlformats.org/officeDocument/2006/relationships/slide" Target="/ppt/slides/slide26.xml" Id="R9067b3340d994e52" /><Relationship Type="http://schemas.openxmlformats.org/officeDocument/2006/relationships/slide" Target="/ppt/slides/slide27.xml" Id="Ra3f209fd90704efb" /><Relationship Type="http://schemas.openxmlformats.org/officeDocument/2006/relationships/slide" Target="/ppt/slides/slide28.xml" Id="R96beb9a260e64ade" /><Relationship Type="http://schemas.openxmlformats.org/officeDocument/2006/relationships/slide" Target="/ppt/slides/slide29.xml" Id="Re2c8b2e6f79e4bec" /><Relationship Type="http://schemas.openxmlformats.org/officeDocument/2006/relationships/slide" Target="/ppt/slides/slide30.xml" Id="R9e85fae6e2824eef" /><Relationship Type="http://schemas.openxmlformats.org/officeDocument/2006/relationships/slide" Target="/ppt/slides/slide31.xml" Id="Rf4669be381ea444a" /><Relationship Type="http://schemas.openxmlformats.org/officeDocument/2006/relationships/slide" Target="/ppt/slides/slide32.xml" Id="R1d61812e0aaf48b5" /><Relationship Type="http://schemas.openxmlformats.org/officeDocument/2006/relationships/slide" Target="/ppt/slides/slide33.xml" Id="R022a673d41a7424b" /><Relationship Type="http://schemas.openxmlformats.org/officeDocument/2006/relationships/slide" Target="/ppt/slides/slide34.xml" Id="R20b11c3b13824a18" /><Relationship Type="http://schemas.openxmlformats.org/officeDocument/2006/relationships/slide" Target="/ppt/slides/slide35.xml" Id="Rdbc02adf27e2479d" /><Relationship Type="http://schemas.openxmlformats.org/officeDocument/2006/relationships/slide" Target="/ppt/slides/slide36.xml" Id="Ra27cf6055b914d46" /><Relationship Type="http://schemas.openxmlformats.org/officeDocument/2006/relationships/slide" Target="/ppt/slides/slide37.xml" Id="R6646905269ec402c" /><Relationship Type="http://schemas.openxmlformats.org/officeDocument/2006/relationships/slide" Target="/ppt/slides/slide38.xml" Id="R7ac1ffa602444820" /><Relationship Type="http://schemas.openxmlformats.org/officeDocument/2006/relationships/slide" Target="/ppt/slides/slide39.xml" Id="R7a2626923aff443a" /><Relationship Type="http://schemas.openxmlformats.org/officeDocument/2006/relationships/slide" Target="/ppt/slides/slide40.xml" Id="R27a8ce9afdf245ef" /><Relationship Type="http://schemas.openxmlformats.org/officeDocument/2006/relationships/slide" Target="/ppt/slides/slide41.xml" Id="R15f275dcf77446b2" /><Relationship Type="http://schemas.openxmlformats.org/officeDocument/2006/relationships/slide" Target="/ppt/slides/slide42.xml" Id="R4f53002a1a954c06" /><Relationship Type="http://schemas.openxmlformats.org/officeDocument/2006/relationships/slide" Target="/ppt/slides/slide43.xml" Id="Ra768270a5d2544c9" /><Relationship Type="http://schemas.openxmlformats.org/officeDocument/2006/relationships/slide" Target="/ppt/slides/slide44.xml" Id="Re92ae7cdfcf34e73" /><Relationship Type="http://schemas.openxmlformats.org/officeDocument/2006/relationships/slide" Target="/ppt/slides/slide45.xml" Id="R8dcd60ac014942c1" /><Relationship Type="http://schemas.openxmlformats.org/officeDocument/2006/relationships/slide" Target="/ppt/slides/slide46.xml" Id="Rddec0a951c564e6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97286f05b4349f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d2e151a1c6e442c" /><Relationship Type="http://schemas.openxmlformats.org/officeDocument/2006/relationships/notesMaster" Target="/ppt/notesMasters/notesMaster1.xml" Id="R7dc627e1b78c45b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9f2efbc25c94598" /><Relationship Type="http://schemas.openxmlformats.org/officeDocument/2006/relationships/notesMaster" Target="/ppt/notesMasters/notesMaster1.xml" Id="R12f49e22deed438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3856dd86fe94fdb" /><Relationship Type="http://schemas.openxmlformats.org/officeDocument/2006/relationships/notesMaster" Target="/ppt/notesMasters/notesMaster1.xml" Id="R028a3ce3520f41a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8bcff52b81f463e" /><Relationship Type="http://schemas.openxmlformats.org/officeDocument/2006/relationships/notesMaster" Target="/ppt/notesMasters/notesMaster1.xml" Id="R2312bf41eddf428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1003ce4f82b49b7" /><Relationship Type="http://schemas.openxmlformats.org/officeDocument/2006/relationships/notesMaster" Target="/ppt/notesMasters/notesMaster1.xml" Id="Rcac7eb212ead441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ead06995e844823" /><Relationship Type="http://schemas.openxmlformats.org/officeDocument/2006/relationships/notesMaster" Target="/ppt/notesMasters/notesMaster1.xml" Id="Rf04c8e51cad24de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200d09759084e3a" /><Relationship Type="http://schemas.openxmlformats.org/officeDocument/2006/relationships/notesMaster" Target="/ppt/notesMasters/notesMaster1.xml" Id="R5facdd32cfb545a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0d822ad452b4722" /><Relationship Type="http://schemas.openxmlformats.org/officeDocument/2006/relationships/notesMaster" Target="/ppt/notesMasters/notesMaster1.xml" Id="R2ab120bc896c455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51271471b304114" /><Relationship Type="http://schemas.openxmlformats.org/officeDocument/2006/relationships/notesMaster" Target="/ppt/notesMasters/notesMaster1.xml" Id="R220c2155853a4e2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ee7cc4d8d9d458a" /><Relationship Type="http://schemas.openxmlformats.org/officeDocument/2006/relationships/notesMaster" Target="/ppt/notesMasters/notesMaster1.xml" Id="Re261055d53b043e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6c6d402f1134f20" /><Relationship Type="http://schemas.openxmlformats.org/officeDocument/2006/relationships/notesMaster" Target="/ppt/notesMasters/notesMaster1.xml" Id="Rc515aab65ee44bf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6c33d3822094b43" /><Relationship Type="http://schemas.openxmlformats.org/officeDocument/2006/relationships/notesMaster" Target="/ppt/notesMasters/notesMaster1.xml" Id="R2052833fa45a408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b400e0623c342cf" /><Relationship Type="http://schemas.openxmlformats.org/officeDocument/2006/relationships/notesMaster" Target="/ppt/notesMasters/notesMaster1.xml" Id="R4187d9e0e073471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639c49fd0b74743" /><Relationship Type="http://schemas.openxmlformats.org/officeDocument/2006/relationships/notesMaster" Target="/ppt/notesMasters/notesMaster1.xml" Id="Rae1ec250c38b4ad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f8be8dbb74a4c07" /><Relationship Type="http://schemas.openxmlformats.org/officeDocument/2006/relationships/notesMaster" Target="/ppt/notesMasters/notesMaster1.xml" Id="R55f31584ed0d482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2cc99c2767345c8" /><Relationship Type="http://schemas.openxmlformats.org/officeDocument/2006/relationships/notesMaster" Target="/ppt/notesMasters/notesMaster1.xml" Id="Rc6563425e680412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f68de2e6b754386" /><Relationship Type="http://schemas.openxmlformats.org/officeDocument/2006/relationships/notesMaster" Target="/ppt/notesMasters/notesMaster1.xml" Id="Rbc9b76307f414dd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77d04b3e6c44782" /><Relationship Type="http://schemas.openxmlformats.org/officeDocument/2006/relationships/notesMaster" Target="/ppt/notesMasters/notesMaster1.xml" Id="R37dc653d4bab47a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537e19202734ce8" /><Relationship Type="http://schemas.openxmlformats.org/officeDocument/2006/relationships/notesMaster" Target="/ppt/notesMasters/notesMaster1.xml" Id="R99012581e84041a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92436abfc944895" /><Relationship Type="http://schemas.openxmlformats.org/officeDocument/2006/relationships/notesMaster" Target="/ppt/notesMasters/notesMaster1.xml" Id="R12c1e7c871b343b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89a0d2673c844b8" /><Relationship Type="http://schemas.openxmlformats.org/officeDocument/2006/relationships/notesMaster" Target="/ppt/notesMasters/notesMaster1.xml" Id="R403de6f4ef6748a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d3adf4fb3324e7b" /><Relationship Type="http://schemas.openxmlformats.org/officeDocument/2006/relationships/notesMaster" Target="/ppt/notesMasters/notesMaster1.xml" Id="R8576d54be9bf432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077e98edf3541bd" /><Relationship Type="http://schemas.openxmlformats.org/officeDocument/2006/relationships/notesMaster" Target="/ppt/notesMasters/notesMaster1.xml" Id="R9a4da44a4fb54b3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16d0a59fde642b4" /><Relationship Type="http://schemas.openxmlformats.org/officeDocument/2006/relationships/notesMaster" Target="/ppt/notesMasters/notesMaster1.xml" Id="R429ea60e63ed435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9204208088c541a5" /><Relationship Type="http://schemas.openxmlformats.org/officeDocument/2006/relationships/notesMaster" Target="/ppt/notesMasters/notesMaster1.xml" Id="R8f681489250c41a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7ac454a20d65491c" /><Relationship Type="http://schemas.openxmlformats.org/officeDocument/2006/relationships/notesMaster" Target="/ppt/notesMasters/notesMaster1.xml" Id="R71520e75293d40f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21972e5ab152428a" /><Relationship Type="http://schemas.openxmlformats.org/officeDocument/2006/relationships/notesMaster" Target="/ppt/notesMasters/notesMaster1.xml" Id="R3f2ab0e664ec4e8f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799a13852bb64efa" /><Relationship Type="http://schemas.openxmlformats.org/officeDocument/2006/relationships/notesMaster" Target="/ppt/notesMasters/notesMaster1.xml" Id="R1c302841b79244ea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7be89c025cf14be4" /><Relationship Type="http://schemas.openxmlformats.org/officeDocument/2006/relationships/notesMaster" Target="/ppt/notesMasters/notesMaster1.xml" Id="Rc46da5cabe024f89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9505046aa75a4d30" /><Relationship Type="http://schemas.openxmlformats.org/officeDocument/2006/relationships/notesMaster" Target="/ppt/notesMasters/notesMaster1.xml" Id="R1f1fc6fbc93f4f57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e47cbdbcd1a84bc1" /><Relationship Type="http://schemas.openxmlformats.org/officeDocument/2006/relationships/notesMaster" Target="/ppt/notesMasters/notesMaster1.xml" Id="R03e196699df84f0e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8d6410e34f2344ba" /><Relationship Type="http://schemas.openxmlformats.org/officeDocument/2006/relationships/notesMaster" Target="/ppt/notesMasters/notesMaster1.xml" Id="R80408669293749cf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f1d8ba02f1694c04" /><Relationship Type="http://schemas.openxmlformats.org/officeDocument/2006/relationships/notesMaster" Target="/ppt/notesMasters/notesMaster1.xml" Id="R4a37ae2d51094af0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c9eed8fcf0ae4ac8" /><Relationship Type="http://schemas.openxmlformats.org/officeDocument/2006/relationships/notesMaster" Target="/ppt/notesMasters/notesMaster1.xml" Id="R196bd3ca72984e39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98e4bb56989f454c" /><Relationship Type="http://schemas.openxmlformats.org/officeDocument/2006/relationships/notesMaster" Target="/ppt/notesMasters/notesMaster1.xml" Id="Rc93d6644b74547f4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51e77d7eb852437b" /><Relationship Type="http://schemas.openxmlformats.org/officeDocument/2006/relationships/notesMaster" Target="/ppt/notesMasters/notesMaster1.xml" Id="R56b5b5583bb54771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7ab49267c01f4508" /><Relationship Type="http://schemas.openxmlformats.org/officeDocument/2006/relationships/notesMaster" Target="/ppt/notesMasters/notesMaster1.xml" Id="R0440278ea22f47a1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b135ec10c7e04a17" /><Relationship Type="http://schemas.openxmlformats.org/officeDocument/2006/relationships/notesMaster" Target="/ppt/notesMasters/notesMaster1.xml" Id="R694156d5d96d46d5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4df725b78bfa43aa" /><Relationship Type="http://schemas.openxmlformats.org/officeDocument/2006/relationships/notesMaster" Target="/ppt/notesMasters/notesMaster1.xml" Id="Rd7a5bd06cd9e40a8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eb4a8df84f504b9c" /><Relationship Type="http://schemas.openxmlformats.org/officeDocument/2006/relationships/notesMaster" Target="/ppt/notesMasters/notesMaster1.xml" Id="R217e0df1cba348f6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a1a25728b69d46e3" /><Relationship Type="http://schemas.openxmlformats.org/officeDocument/2006/relationships/notesMaster" Target="/ppt/notesMasters/notesMaster1.xml" Id="R9f58df2e8e5b4a28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84914b1f466a4246" /><Relationship Type="http://schemas.openxmlformats.org/officeDocument/2006/relationships/notesMaster" Target="/ppt/notesMasters/notesMaster1.xml" Id="R130db63ff7604c1b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d7503afd6f4c429d" /><Relationship Type="http://schemas.openxmlformats.org/officeDocument/2006/relationships/notesMaster" Target="/ppt/notesMasters/notesMaster1.xml" Id="Rb38f6abf70fd4469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df4ac63ec2dd41a8" /><Relationship Type="http://schemas.openxmlformats.org/officeDocument/2006/relationships/notesMaster" Target="/ppt/notesMasters/notesMaster1.xml" Id="R1e3ea951dc854592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da5083f2b0c846dd" /><Relationship Type="http://schemas.openxmlformats.org/officeDocument/2006/relationships/notesMaster" Target="/ppt/notesMasters/notesMaster1.xml" Id="R1753e6e8180a4c33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8818ef6d64e3431c" /><Relationship Type="http://schemas.openxmlformats.org/officeDocument/2006/relationships/notesMaster" Target="/ppt/notesMasters/notesMaster1.xml" Id="Rf0d0c9198697491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e69a02370b449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932a02225e466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40416e382041a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8acda723f64d1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4c41d04ad3452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ac1b745b8048b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B3FC023-7A63-496F-BFD1-3C53D557B5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C65B745-DD5A-4211-BC43-C9B0E58F035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D45CEB1-D478-4B04-A7A3-07BFA72C36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CA9528F-9F74-42A9-B0E7-F3D0BC78EB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EB737FA-FCE9-47F0-BBF8-C6C640FC4FC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49518FC-B36E-4E03-A026-E8DDE4980B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3F5AD6F-7843-417C-9B90-2CE1BC70BFC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A912526-155A-4133-BB53-C4DCD268DBF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CD1D6A4-67E0-4A84-81DD-8A33113D99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BA7C4B4-2879-43C0-AE94-EA223F5E826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f553f7e23ef425c" /><Relationship Type="http://schemas.openxmlformats.org/officeDocument/2006/relationships/slideLayout" Target="/ppt/slideLayouts/slideLayout1.xml" Id="R04d86a5152dc4a19" /><Relationship Type="http://schemas.openxmlformats.org/officeDocument/2006/relationships/slideLayout" Target="/ppt/slideLayouts/slideLayout2.xml" Id="Rcf84bb52c5ba4bd2" /><Relationship Type="http://schemas.openxmlformats.org/officeDocument/2006/relationships/slideLayout" Target="/ppt/slideLayouts/slideLayout3.xml" Id="Rd2961d2dbfd045a8" /><Relationship Type="http://schemas.openxmlformats.org/officeDocument/2006/relationships/slideLayout" Target="/ppt/slideLayouts/slideLayout4.xml" Id="R450b98eaaf374fbf" /><Relationship Type="http://schemas.openxmlformats.org/officeDocument/2006/relationships/slideLayout" Target="/ppt/slideLayouts/slideLayout5.xml" Id="R2d3a05c049304caf" /><Relationship Type="http://schemas.openxmlformats.org/officeDocument/2006/relationships/slideLayout" Target="/ppt/slideLayouts/slideLayout6.xml" Id="Re3546a6f91cb43b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4d86a5152dc4a19"/>
    <p:sldLayoutId xmlns:r="http://schemas.openxmlformats.org/officeDocument/2006/relationships" id="2147483650" r:id="Rcf84bb52c5ba4bd2"/>
    <p:sldLayoutId xmlns:r="http://schemas.openxmlformats.org/officeDocument/2006/relationships" id="2147483651" r:id="Rd2961d2dbfd045a8"/>
    <p:sldLayoutId xmlns:r="http://schemas.openxmlformats.org/officeDocument/2006/relationships" id="2147483652" r:id="R450b98eaaf374fbf"/>
    <p:sldLayoutId xmlns:r="http://schemas.openxmlformats.org/officeDocument/2006/relationships" id="2147483653" r:id="R2d3a05c049304caf"/>
    <p:sldLayoutId xmlns:r="http://schemas.openxmlformats.org/officeDocument/2006/relationships" id="2147483654" r:id="Re3546a6f91cb43b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f9550c605840a4" /><Relationship Type="http://schemas.openxmlformats.org/officeDocument/2006/relationships/image" Target="/ppt/media/image.png" Id="Rceafaf2034d243f9" /><Relationship Type="http://schemas.openxmlformats.org/officeDocument/2006/relationships/image" Target="/ppt/media/image2.png" Id="R5319cd176a85463b" /><Relationship Type="http://schemas.openxmlformats.org/officeDocument/2006/relationships/notesSlide" Target="/ppt/notesSlides/notesSlide1.xml" Id="R11a3399692274ad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0c287f59cd4fe7" /><Relationship Type="http://schemas.openxmlformats.org/officeDocument/2006/relationships/image" Target="/ppt/media/image3.png" Id="Rf999c8223eba4074" /><Relationship Type="http://schemas.openxmlformats.org/officeDocument/2006/relationships/notesSlide" Target="/ppt/notesSlides/notesSlide2.xml" Id="R75fddaa1e07b40e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f2d958dacd4f02" /><Relationship Type="http://schemas.openxmlformats.org/officeDocument/2006/relationships/image" Target="/ppt/media/image4.png" Id="R5e22e2eb29784616" /><Relationship Type="http://schemas.openxmlformats.org/officeDocument/2006/relationships/notesSlide" Target="/ppt/notesSlides/notesSlide3.xml" Id="R52b748eb80b2406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39c0174d314f26" /><Relationship Type="http://schemas.openxmlformats.org/officeDocument/2006/relationships/image" Target="/ppt/media/image5.png" Id="R3c1e822fb1b142b7" /><Relationship Type="http://schemas.openxmlformats.org/officeDocument/2006/relationships/notesSlide" Target="/ppt/notesSlides/notesSlide4.xml" Id="R0146bc5407944f6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bb7c7224b54e06" /><Relationship Type="http://schemas.openxmlformats.org/officeDocument/2006/relationships/image" Target="/ppt/media/image6.png" Id="R4de41914ffa442d9" /><Relationship Type="http://schemas.openxmlformats.org/officeDocument/2006/relationships/notesSlide" Target="/ppt/notesSlides/notesSlide5.xml" Id="Rad667995c1bc461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e41e3fb4d24c8e" /><Relationship Type="http://schemas.openxmlformats.org/officeDocument/2006/relationships/image" Target="/ppt/media/image7.png" Id="R1d409be270aa4838" /><Relationship Type="http://schemas.openxmlformats.org/officeDocument/2006/relationships/image" Target="/ppt/media/image8.png" Id="Rcf5705ac628846c7" /><Relationship Type="http://schemas.openxmlformats.org/officeDocument/2006/relationships/notesSlide" Target="/ppt/notesSlides/notesSlide6.xml" Id="R1ef02410f468466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fab45a14c44a53" /><Relationship Type="http://schemas.openxmlformats.org/officeDocument/2006/relationships/image" Target="/ppt/media/image9.png" Id="Rc5da9d531b2446b0" /><Relationship Type="http://schemas.openxmlformats.org/officeDocument/2006/relationships/notesSlide" Target="/ppt/notesSlides/notesSlide7.xml" Id="R70fbf00ccd234f5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be42e984f44d0f" /><Relationship Type="http://schemas.openxmlformats.org/officeDocument/2006/relationships/image" Target="/ppt/media/image10.png" Id="R643037aca1474968" /><Relationship Type="http://schemas.openxmlformats.org/officeDocument/2006/relationships/image" Target="/ppt/media/image.jpeg" Id="R2cc26f46d7dd40cb" /><Relationship Type="http://schemas.openxmlformats.org/officeDocument/2006/relationships/image" Target="/ppt/media/image2.jpeg" Id="R801b2d4ed26a4446" /><Relationship Type="http://schemas.openxmlformats.org/officeDocument/2006/relationships/image" Target="/ppt/media/image3.jpeg" Id="Rcefc82879cf143ce" /><Relationship Type="http://schemas.openxmlformats.org/officeDocument/2006/relationships/notesSlide" Target="/ppt/notesSlides/notesSlide8.xml" Id="R6964d86339d142f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c056bd6166430c" /><Relationship Type="http://schemas.openxmlformats.org/officeDocument/2006/relationships/image" Target="/ppt/media/image11.png" Id="R9c09368714234349" /><Relationship Type="http://schemas.openxmlformats.org/officeDocument/2006/relationships/notesSlide" Target="/ppt/notesSlides/notesSlide9.xml" Id="Reaaac4e47c31426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a8320fd2c74203" /><Relationship Type="http://schemas.openxmlformats.org/officeDocument/2006/relationships/image" Target="/ppt/media/image12.png" Id="Rd95138f0376d4f65" /><Relationship Type="http://schemas.openxmlformats.org/officeDocument/2006/relationships/notesSlide" Target="/ppt/notesSlides/notesSlide10.xml" Id="Ra5b7374d5536447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ef04a5460c49ea" /><Relationship Type="http://schemas.openxmlformats.org/officeDocument/2006/relationships/image" Target="/ppt/media/image13.png" Id="R14bf6dd11377481e" /><Relationship Type="http://schemas.openxmlformats.org/officeDocument/2006/relationships/image" Target="/ppt/media/image14.png" Id="R4aa0b9cd5cd74bb5" /><Relationship Type="http://schemas.openxmlformats.org/officeDocument/2006/relationships/notesSlide" Target="/ppt/notesSlides/notesSlide11.xml" Id="Rac1057da33d1422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b302ba78bc459a" /><Relationship Type="http://schemas.openxmlformats.org/officeDocument/2006/relationships/image" Target="/ppt/media/image15.png" Id="R0d85ff82a69847b7" /><Relationship Type="http://schemas.openxmlformats.org/officeDocument/2006/relationships/image" Target="/ppt/media/image16.png" Id="Rd3ed2d537aa544af" /><Relationship Type="http://schemas.openxmlformats.org/officeDocument/2006/relationships/image" Target="/ppt/media/image.gif" Id="R391c950ebbdd4032" /><Relationship Type="http://schemas.openxmlformats.org/officeDocument/2006/relationships/notesSlide" Target="/ppt/notesSlides/notesSlide12.xml" Id="Rbf817c3bf9c24dd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ff534030f143b9" /><Relationship Type="http://schemas.openxmlformats.org/officeDocument/2006/relationships/image" Target="/ppt/media/image17.png" Id="Rd98d9347eff44578" /><Relationship Type="http://schemas.openxmlformats.org/officeDocument/2006/relationships/notesSlide" Target="/ppt/notesSlides/notesSlide13.xml" Id="R4cd786a2f33e4a5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d73ac0745c407e" /><Relationship Type="http://schemas.openxmlformats.org/officeDocument/2006/relationships/image" Target="/ppt/media/image18.png" Id="R95701ec9ad554d50" /><Relationship Type="http://schemas.openxmlformats.org/officeDocument/2006/relationships/image" Target="/ppt/media/image19.png" Id="Rfe6095e1d32249a2" /><Relationship Type="http://schemas.openxmlformats.org/officeDocument/2006/relationships/notesSlide" Target="/ppt/notesSlides/notesSlide14.xml" Id="Rffdb91db12c846b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c3d8408c9044db" /><Relationship Type="http://schemas.openxmlformats.org/officeDocument/2006/relationships/image" Target="/ppt/media/image20.png" Id="R2305acac2d6a48dd" /><Relationship Type="http://schemas.openxmlformats.org/officeDocument/2006/relationships/image" Target="/ppt/media/image21.png" Id="Rc77583232bc24912" /><Relationship Type="http://schemas.openxmlformats.org/officeDocument/2006/relationships/notesSlide" Target="/ppt/notesSlides/notesSlide15.xml" Id="R16e0ba428c894d3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d01938a0e34f59" /><Relationship Type="http://schemas.openxmlformats.org/officeDocument/2006/relationships/image" Target="/ppt/media/image22.png" Id="R8a8ae54f46e741a0" /><Relationship Type="http://schemas.openxmlformats.org/officeDocument/2006/relationships/image" Target="/ppt/media/image23.png" Id="Re9870e1a0add4e1f" /><Relationship Type="http://schemas.openxmlformats.org/officeDocument/2006/relationships/notesSlide" Target="/ppt/notesSlides/notesSlide16.xml" Id="Re1d7a4ec5919443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a1524ae8d94a4f" /><Relationship Type="http://schemas.openxmlformats.org/officeDocument/2006/relationships/image" Target="/ppt/media/image24.png" Id="R5e7efb661fbd410e" /><Relationship Type="http://schemas.openxmlformats.org/officeDocument/2006/relationships/notesSlide" Target="/ppt/notesSlides/notesSlide17.xml" Id="R1572098cdb574a7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fbcba2bd0f48a6" /><Relationship Type="http://schemas.openxmlformats.org/officeDocument/2006/relationships/image" Target="/ppt/media/image25.png" Id="R73ef7cdd55724026" /><Relationship Type="http://schemas.openxmlformats.org/officeDocument/2006/relationships/image" Target="/ppt/media/image26.png" Id="R9b45f95ab9bd43e8" /><Relationship Type="http://schemas.openxmlformats.org/officeDocument/2006/relationships/image" Target="/ppt/media/image27.png" Id="R82c913a2f49e4942" /><Relationship Type="http://schemas.openxmlformats.org/officeDocument/2006/relationships/notesSlide" Target="/ppt/notesSlides/notesSlide18.xml" Id="Ra8560af5aac44c4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ae0006840b4bae" /><Relationship Type="http://schemas.openxmlformats.org/officeDocument/2006/relationships/image" Target="/ppt/media/image28.png" Id="R2c52da0ea5ff490a" /><Relationship Type="http://schemas.openxmlformats.org/officeDocument/2006/relationships/notesSlide" Target="/ppt/notesSlides/notesSlide19.xml" Id="Rb553f567480f4d1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0071fe7608486d" /><Relationship Type="http://schemas.openxmlformats.org/officeDocument/2006/relationships/image" Target="/ppt/media/image29.png" Id="R6de40fa62bd54fec" /><Relationship Type="http://schemas.openxmlformats.org/officeDocument/2006/relationships/image" Target="/ppt/media/image30.png" Id="R7046b98724234e5b" /><Relationship Type="http://schemas.openxmlformats.org/officeDocument/2006/relationships/notesSlide" Target="/ppt/notesSlides/notesSlide20.xml" Id="R17ba0de0a2a2446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9af0bd316a42b4" /><Relationship Type="http://schemas.openxmlformats.org/officeDocument/2006/relationships/image" Target="/ppt/media/image31.png" Id="R3c29710daa9a40ee" /><Relationship Type="http://schemas.openxmlformats.org/officeDocument/2006/relationships/image" Target="/ppt/media/image32.png" Id="R4312ce40d75c4a8b" /><Relationship Type="http://schemas.openxmlformats.org/officeDocument/2006/relationships/notesSlide" Target="/ppt/notesSlides/notesSlide21.xml" Id="Rf2664e6a6cb648e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87d14e7239440f" /><Relationship Type="http://schemas.openxmlformats.org/officeDocument/2006/relationships/image" Target="/ppt/media/image33.png" Id="R9df533a09d3d4490" /><Relationship Type="http://schemas.openxmlformats.org/officeDocument/2006/relationships/image" Target="/ppt/media/image34.png" Id="R4d6fedd373124866" /><Relationship Type="http://schemas.openxmlformats.org/officeDocument/2006/relationships/notesSlide" Target="/ppt/notesSlides/notesSlide22.xml" Id="Rf247bc2ff135428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c4bc48ea73465d" /><Relationship Type="http://schemas.openxmlformats.org/officeDocument/2006/relationships/image" Target="/ppt/media/image35.png" Id="R5e039c6a4fe64a68" /><Relationship Type="http://schemas.openxmlformats.org/officeDocument/2006/relationships/notesSlide" Target="/ppt/notesSlides/notesSlide23.xml" Id="R7b35e9549ce94888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6f78a239234aff" /><Relationship Type="http://schemas.openxmlformats.org/officeDocument/2006/relationships/image" Target="/ppt/media/image36.png" Id="Rc1b981543a5c492c" /><Relationship Type="http://schemas.openxmlformats.org/officeDocument/2006/relationships/notesSlide" Target="/ppt/notesSlides/notesSlide24.xml" Id="R010c307191ae460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14d2a37d3d45ad" /><Relationship Type="http://schemas.openxmlformats.org/officeDocument/2006/relationships/image" Target="/ppt/media/image37.png" Id="Rcebe81c7c8a245d0" /><Relationship Type="http://schemas.openxmlformats.org/officeDocument/2006/relationships/notesSlide" Target="/ppt/notesSlides/notesSlide25.xml" Id="R306c0ee24914403e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01355ee47841df" /><Relationship Type="http://schemas.openxmlformats.org/officeDocument/2006/relationships/image" Target="/ppt/media/image38.png" Id="R12b08aeb981c4d60" /><Relationship Type="http://schemas.openxmlformats.org/officeDocument/2006/relationships/notesSlide" Target="/ppt/notesSlides/notesSlide26.xml" Id="R071f8447bd5b4fe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7cdac5655146c4" /><Relationship Type="http://schemas.openxmlformats.org/officeDocument/2006/relationships/image" Target="/ppt/media/image39.png" Id="R91b2fdb6eaca4b46" /><Relationship Type="http://schemas.openxmlformats.org/officeDocument/2006/relationships/notesSlide" Target="/ppt/notesSlides/notesSlide27.xml" Id="R41147e0f22f049ca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5bcfd346c24747" /><Relationship Type="http://schemas.openxmlformats.org/officeDocument/2006/relationships/image" Target="/ppt/media/image40.png" Id="R93cd1bc68d4a4174" /><Relationship Type="http://schemas.openxmlformats.org/officeDocument/2006/relationships/notesSlide" Target="/ppt/notesSlides/notesSlide28.xml" Id="Rd56d38c72dc6492f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52023f52e04fe9" /><Relationship Type="http://schemas.openxmlformats.org/officeDocument/2006/relationships/image" Target="/ppt/media/image41.png" Id="Reaf67aa9c31a4c4b" /><Relationship Type="http://schemas.openxmlformats.org/officeDocument/2006/relationships/image" Target="/ppt/media/image42.png" Id="Re9ffa65339fe4e14" /><Relationship Type="http://schemas.openxmlformats.org/officeDocument/2006/relationships/notesSlide" Target="/ppt/notesSlides/notesSlide29.xml" Id="R6ace02c5dd744197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2c9730d8bd4164" /><Relationship Type="http://schemas.openxmlformats.org/officeDocument/2006/relationships/image" Target="/ppt/media/image43.png" Id="Rabeca690965d42d4" /><Relationship Type="http://schemas.openxmlformats.org/officeDocument/2006/relationships/image" Target="/ppt/media/image44.png" Id="Rf9a20da2731341ae" /><Relationship Type="http://schemas.openxmlformats.org/officeDocument/2006/relationships/notesSlide" Target="/ppt/notesSlides/notesSlide30.xml" Id="R40752e58cb1542fd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ce21ceb2ea48e2" /><Relationship Type="http://schemas.openxmlformats.org/officeDocument/2006/relationships/image" Target="/ppt/media/image45.png" Id="R3d6fc7bf05124b81" /><Relationship Type="http://schemas.openxmlformats.org/officeDocument/2006/relationships/notesSlide" Target="/ppt/notesSlides/notesSlide31.xml" Id="R9fcb5a8900804046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f398866e6f4e29" /><Relationship Type="http://schemas.openxmlformats.org/officeDocument/2006/relationships/image" Target="/ppt/media/image46.png" Id="R14db81f0dd01426d" /><Relationship Type="http://schemas.openxmlformats.org/officeDocument/2006/relationships/notesSlide" Target="/ppt/notesSlides/notesSlide32.xml" Id="Rd2d9ac1866e840ab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70f5d63dc2435e" /><Relationship Type="http://schemas.openxmlformats.org/officeDocument/2006/relationships/image" Target="/ppt/media/image47.png" Id="R95b9b2fce15b42be" /><Relationship Type="http://schemas.openxmlformats.org/officeDocument/2006/relationships/notesSlide" Target="/ppt/notesSlides/notesSlide33.xml" Id="R8e68f99ddb654306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14347c31764fa0" /><Relationship Type="http://schemas.openxmlformats.org/officeDocument/2006/relationships/image" Target="/ppt/media/image48.png" Id="R7d8b62c2e30c4442" /><Relationship Type="http://schemas.openxmlformats.org/officeDocument/2006/relationships/notesSlide" Target="/ppt/notesSlides/notesSlide34.xml" Id="R34e9f3f00bd74a54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227ed0c51747d2" /><Relationship Type="http://schemas.openxmlformats.org/officeDocument/2006/relationships/image" Target="/ppt/media/image49.png" Id="R9e65cf2e917b4d3b" /><Relationship Type="http://schemas.openxmlformats.org/officeDocument/2006/relationships/notesSlide" Target="/ppt/notesSlides/notesSlide35.xml" Id="R1e15931deefa4391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554625c8af44e2" /><Relationship Type="http://schemas.openxmlformats.org/officeDocument/2006/relationships/image" Target="/ppt/media/image50.png" Id="R759ad46f31784695" /><Relationship Type="http://schemas.openxmlformats.org/officeDocument/2006/relationships/image" Target="/ppt/media/image51.png" Id="R822dcc4dcdb845a9" /><Relationship Type="http://schemas.openxmlformats.org/officeDocument/2006/relationships/notesSlide" Target="/ppt/notesSlides/notesSlide36.xml" Id="Rf906de2d6ef54e54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85ac568b8144a7" /><Relationship Type="http://schemas.openxmlformats.org/officeDocument/2006/relationships/image" Target="/ppt/media/image52.png" Id="R5a1eb44f27774719" /><Relationship Type="http://schemas.openxmlformats.org/officeDocument/2006/relationships/image" Target="/ppt/media/image53.png" Id="Rdabcd390d9764b27" /><Relationship Type="http://schemas.openxmlformats.org/officeDocument/2006/relationships/notesSlide" Target="/ppt/notesSlides/notesSlide37.xml" Id="Rbab55939e97949a0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72bd4e678545e4" /><Relationship Type="http://schemas.openxmlformats.org/officeDocument/2006/relationships/image" Target="/ppt/media/image54.png" Id="R04255bb1310e431b" /><Relationship Type="http://schemas.openxmlformats.org/officeDocument/2006/relationships/image" Target="/ppt/media/image55.png" Id="Rdb3408d0f02a4aba" /><Relationship Type="http://schemas.openxmlformats.org/officeDocument/2006/relationships/notesSlide" Target="/ppt/notesSlides/notesSlide38.xml" Id="R2996dfeb33c84508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b7deb7752a477b" /><Relationship Type="http://schemas.openxmlformats.org/officeDocument/2006/relationships/image" Target="/ppt/media/image56.png" Id="R1dc16b3a715e4bcb" /><Relationship Type="http://schemas.openxmlformats.org/officeDocument/2006/relationships/notesSlide" Target="/ppt/notesSlides/notesSlide39.xml" Id="Rf3836efb43094602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f4974fd40c4fc1" /><Relationship Type="http://schemas.openxmlformats.org/officeDocument/2006/relationships/image" Target="/ppt/media/image57.png" Id="R0f5a325f9a5449e9" /><Relationship Type="http://schemas.openxmlformats.org/officeDocument/2006/relationships/notesSlide" Target="/ppt/notesSlides/notesSlide40.xml" Id="R332826ff7e1e4b8e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605a47a3514b71" /><Relationship Type="http://schemas.openxmlformats.org/officeDocument/2006/relationships/image" Target="/ppt/media/image58.png" Id="Rc15ad343cbc44cea" /><Relationship Type="http://schemas.openxmlformats.org/officeDocument/2006/relationships/notesSlide" Target="/ppt/notesSlides/notesSlide41.xml" Id="Rc7b67236897d4dd2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4ae8550412497f" /><Relationship Type="http://schemas.openxmlformats.org/officeDocument/2006/relationships/image" Target="/ppt/media/image59.png" Id="R3dcff0e9cdd7435d" /><Relationship Type="http://schemas.openxmlformats.org/officeDocument/2006/relationships/notesSlide" Target="/ppt/notesSlides/notesSlide42.xml" Id="Re6383db90c3d4938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37faa0c6344514" /><Relationship Type="http://schemas.openxmlformats.org/officeDocument/2006/relationships/image" Target="/ppt/media/image60.png" Id="Re1e52fe8f79c4d6d" /><Relationship Type="http://schemas.openxmlformats.org/officeDocument/2006/relationships/notesSlide" Target="/ppt/notesSlides/notesSlide43.xml" Id="R778c1e46612b4260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200cc3e62c4c58" /><Relationship Type="http://schemas.openxmlformats.org/officeDocument/2006/relationships/image" Target="/ppt/media/image61.png" Id="R0fa3883122dd4eae" /><Relationship Type="http://schemas.openxmlformats.org/officeDocument/2006/relationships/image" Target="/ppt/media/image4.jpeg" Id="R61b6aaa633a045c7" /><Relationship Type="http://schemas.openxmlformats.org/officeDocument/2006/relationships/hyperlink" Target="https://www.youtube.com/watch?v=BCj4TC5oMSI" TargetMode="External" Id="R749585b7975244c1" /><Relationship Type="http://schemas.openxmlformats.org/officeDocument/2006/relationships/notesSlide" Target="/ppt/notesSlides/notesSlide44.xml" Id="R72ae6144723a475f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dd3a9db7c84eca" /><Relationship Type="http://schemas.openxmlformats.org/officeDocument/2006/relationships/image" Target="/ppt/media/image62.png" Id="Rdb4744a8c1044249" /><Relationship Type="http://schemas.openxmlformats.org/officeDocument/2006/relationships/image" Target="/ppt/media/image5.jpeg" Id="Ra4e57365807a4d14" /><Relationship Type="http://schemas.openxmlformats.org/officeDocument/2006/relationships/hyperlink" Target="https://www.youtube.com/watch?v=5MO65-P6nm8" TargetMode="External" Id="R6f685eea88c14501" /><Relationship Type="http://schemas.openxmlformats.org/officeDocument/2006/relationships/notesSlide" Target="/ppt/notesSlides/notesSlide45.xml" Id="R06ce6e87e1a14a26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dace2080034124" /><Relationship Type="http://schemas.openxmlformats.org/officeDocument/2006/relationships/image" Target="/ppt/media/image63.png" Id="R21367556b7ab440b" /><Relationship Type="http://schemas.openxmlformats.org/officeDocument/2006/relationships/image" Target="/ppt/media/image6.jpeg" Id="R38429bd6786645cd" /><Relationship Type="http://schemas.openxmlformats.org/officeDocument/2006/relationships/hyperlink" Target="https://techarthub.com/the-anatomy-of-an-unreal-engine-master-material/" TargetMode="External" Id="R14be123d4f174f1a" /><Relationship Type="http://schemas.openxmlformats.org/officeDocument/2006/relationships/notesSlide" Target="/ppt/notesSlides/notesSlide46.xml" Id="Rd9cea7cbea6c41a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82A8C1-42FD-420D-B287-9DF3E67FD47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afaf2034d243f9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4200A9-9550-41A1-8C75-B25A813EC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62DFF5"/>
                </a:solidFill>
              </a:defRPr>
            </a:defPPr>
            <a:lvl1pPr>
              <a:defRPr sz="1650" b="1">
                <a:solidFill>
                  <a:srgbClr val="62DFF5"/>
                </a:solidFill>
              </a:defRPr>
            </a:lvl1pPr>
            <a:lvl2pPr>
              <a:defRPr sz="1650" b="1">
                <a:solidFill>
                  <a:srgbClr val="62DFF5"/>
                </a:solidFill>
              </a:defRPr>
            </a:lvl2pPr>
            <a:lvl3pPr>
              <a:defRPr sz="1650" b="1">
                <a:solidFill>
                  <a:srgbClr val="62DFF5"/>
                </a:solidFill>
              </a:defRPr>
            </a:lvl3pPr>
            <a:lvl4pPr>
              <a:defRPr sz="1650" b="1">
                <a:solidFill>
                  <a:srgbClr val="62DFF5"/>
                </a:solidFill>
              </a:defRPr>
            </a:lvl4pPr>
            <a:lvl5pPr>
              <a:defRPr sz="1650" b="1">
                <a:solidFill>
                  <a:srgbClr val="62DFF5"/>
                </a:solidFill>
              </a:defRPr>
            </a:lvl5pPr>
            <a:lvl6pPr>
              <a:defRPr sz="1650" b="1">
                <a:solidFill>
                  <a:srgbClr val="62DFF5"/>
                </a:solidFill>
              </a:defRPr>
            </a:lvl6pPr>
            <a:lvl7pPr>
              <a:defRPr sz="1650" b="1">
                <a:solidFill>
                  <a:srgbClr val="62DFF5"/>
                </a:solidFill>
              </a:defRPr>
            </a:lvl7pPr>
            <a:lvl8pPr>
              <a:defRPr sz="1650" b="1">
                <a:solidFill>
                  <a:srgbClr val="62DFF5"/>
                </a:solidFill>
              </a:defRPr>
            </a:lvl8pPr>
            <a:lvl9pPr>
              <a:defRPr sz="1650" b="1">
                <a:solidFill>
                  <a:srgbClr val="62DFF5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62DFF5"/>
                </a:solidFill>
              </a:defRPr>
            </a:pPr>
            <a:r>
              <a:rPr sz="1650" b="1">
                <a:solidFill>
                  <a:srgbClr val="62DFF5"/>
                </a:solidFill>
              </a:rPr>
              <a:t>WEEK 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28021C-FA91-49D4-8CA9-5003F1544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5429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1">
                <a:solidFill>
                  <a:srgbClr val="F1F7FF"/>
                </a:solidFill>
              </a:defRPr>
            </a:defPPr>
            <a:lvl1pPr>
              <a:defRPr sz="4350" b="1">
                <a:solidFill>
                  <a:srgbClr val="F1F7FF"/>
                </a:solidFill>
              </a:defRPr>
            </a:lvl1pPr>
            <a:lvl2pPr>
              <a:defRPr sz="4350" b="1">
                <a:solidFill>
                  <a:srgbClr val="F1F7FF"/>
                </a:solidFill>
              </a:defRPr>
            </a:lvl2pPr>
            <a:lvl3pPr>
              <a:defRPr sz="4350" b="1">
                <a:solidFill>
                  <a:srgbClr val="F1F7FF"/>
                </a:solidFill>
              </a:defRPr>
            </a:lvl3pPr>
            <a:lvl4pPr>
              <a:defRPr sz="4350" b="1">
                <a:solidFill>
                  <a:srgbClr val="F1F7FF"/>
                </a:solidFill>
              </a:defRPr>
            </a:lvl4pPr>
            <a:lvl5pPr>
              <a:defRPr sz="4350" b="1">
                <a:solidFill>
                  <a:srgbClr val="F1F7FF"/>
                </a:solidFill>
              </a:defRPr>
            </a:lvl5pPr>
            <a:lvl6pPr>
              <a:defRPr sz="4350" b="1">
                <a:solidFill>
                  <a:srgbClr val="F1F7FF"/>
                </a:solidFill>
              </a:defRPr>
            </a:lvl6pPr>
            <a:lvl7pPr>
              <a:defRPr sz="4350" b="1">
                <a:solidFill>
                  <a:srgbClr val="F1F7FF"/>
                </a:solidFill>
              </a:defRPr>
            </a:lvl7pPr>
            <a:lvl8pPr>
              <a:defRPr sz="4350" b="1">
                <a:solidFill>
                  <a:srgbClr val="F1F7FF"/>
                </a:solidFill>
              </a:defRPr>
            </a:lvl8pPr>
            <a:lvl9pPr>
              <a:defRPr sz="4350" b="1">
                <a:solidFill>
                  <a:srgbClr val="F1F7FF"/>
                </a:solidFill>
              </a:defRPr>
            </a:lvl9pPr>
          </a:lstStyle>
          <a:p xmlns:a="http://schemas.openxmlformats.org/drawingml/2006/main">
            <a:pPr>
              <a:defRPr sz="4350" b="1">
                <a:solidFill>
                  <a:srgbClr val="F1F7FF"/>
                </a:solidFill>
              </a:defRPr>
            </a:pPr>
            <a:r>
              <a:rPr sz="4350" b="1">
                <a:solidFill>
                  <a:srgbClr val="F1F7FF"/>
                </a:solidFill>
              </a:rPr>
              <a:t>Shaders and</a:t>
            </a:r>
          </a:p>
          <a:p xmlns:a="http://schemas.openxmlformats.org/drawingml/2006/main">
            <a:pPr>
              <a:defRPr sz="4350" b="1">
                <a:solidFill>
                  <a:srgbClr val="F1F7FF"/>
                </a:solidFill>
              </a:defRPr>
            </a:pPr>
            <a:r>
              <a:rPr sz="4350" b="1">
                <a:solidFill>
                  <a:srgbClr val="F1F7FF"/>
                </a:solidFill>
              </a:rPr>
              <a:t>material systems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060B33-6046-4F28-AAA9-8E1E001F0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4762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C5D7EA"/>
                </a:solidFill>
              </a:defRPr>
            </a:defPPr>
            <a:lvl1pPr>
              <a:defRPr sz="2025" b="0">
                <a:solidFill>
                  <a:srgbClr val="C5D7EA"/>
                </a:solidFill>
              </a:defRPr>
            </a:lvl1pPr>
            <a:lvl2pPr>
              <a:defRPr sz="2025" b="0">
                <a:solidFill>
                  <a:srgbClr val="C5D7EA"/>
                </a:solidFill>
              </a:defRPr>
            </a:lvl2pPr>
            <a:lvl3pPr>
              <a:defRPr sz="2025" b="0">
                <a:solidFill>
                  <a:srgbClr val="C5D7EA"/>
                </a:solidFill>
              </a:defRPr>
            </a:lvl3pPr>
            <a:lvl4pPr>
              <a:defRPr sz="2025" b="0">
                <a:solidFill>
                  <a:srgbClr val="C5D7EA"/>
                </a:solidFill>
              </a:defRPr>
            </a:lvl4pPr>
            <a:lvl5pPr>
              <a:defRPr sz="2025" b="0">
                <a:solidFill>
                  <a:srgbClr val="C5D7EA"/>
                </a:solidFill>
              </a:defRPr>
            </a:lvl5pPr>
            <a:lvl6pPr>
              <a:defRPr sz="2025" b="0">
                <a:solidFill>
                  <a:srgbClr val="C5D7EA"/>
                </a:solidFill>
              </a:defRPr>
            </a:lvl6pPr>
            <a:lvl7pPr>
              <a:defRPr sz="2025" b="0">
                <a:solidFill>
                  <a:srgbClr val="C5D7EA"/>
                </a:solidFill>
              </a:defRPr>
            </a:lvl7pPr>
            <a:lvl8pPr>
              <a:defRPr sz="2025" b="0">
                <a:solidFill>
                  <a:srgbClr val="C5D7EA"/>
                </a:solidFill>
              </a:defRPr>
            </a:lvl8pPr>
            <a:lvl9pPr>
              <a:defRPr sz="2025" b="0">
                <a:solidFill>
                  <a:srgbClr val="C5D7EA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C5D7EA"/>
                </a:solidFill>
              </a:defRPr>
            </a:pPr>
            <a:r>
              <a:rPr sz="2025" b="0">
                <a:solidFill>
                  <a:srgbClr val="C5D7EA"/>
                </a:solidFill>
              </a:rPr>
              <a:t>Read the surface. Change one control. Explain the result.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DBB3B4-3AB9-45FD-96D9-E697A4F31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B9CADC"/>
                </a:solidFill>
              </a:defRPr>
            </a:defPPr>
            <a:lvl1pPr>
              <a:defRPr sz="1725" b="0">
                <a:solidFill>
                  <a:srgbClr val="B9CADC"/>
                </a:solidFill>
              </a:defRPr>
            </a:lvl1pPr>
            <a:lvl2pPr>
              <a:defRPr sz="1725" b="0">
                <a:solidFill>
                  <a:srgbClr val="B9CADC"/>
                </a:solidFill>
              </a:defRPr>
            </a:lvl2pPr>
            <a:lvl3pPr>
              <a:defRPr sz="1725" b="0">
                <a:solidFill>
                  <a:srgbClr val="B9CADC"/>
                </a:solidFill>
              </a:defRPr>
            </a:lvl3pPr>
            <a:lvl4pPr>
              <a:defRPr sz="1725" b="0">
                <a:solidFill>
                  <a:srgbClr val="B9CADC"/>
                </a:solidFill>
              </a:defRPr>
            </a:lvl4pPr>
            <a:lvl5pPr>
              <a:defRPr sz="1725" b="0">
                <a:solidFill>
                  <a:srgbClr val="B9CADC"/>
                </a:solidFill>
              </a:defRPr>
            </a:lvl5pPr>
            <a:lvl6pPr>
              <a:defRPr sz="1725" b="0">
                <a:solidFill>
                  <a:srgbClr val="B9CADC"/>
                </a:solidFill>
              </a:defRPr>
            </a:lvl6pPr>
            <a:lvl7pPr>
              <a:defRPr sz="1725" b="0">
                <a:solidFill>
                  <a:srgbClr val="B9CADC"/>
                </a:solidFill>
              </a:defRPr>
            </a:lvl7pPr>
            <a:lvl8pPr>
              <a:defRPr sz="1725" b="0">
                <a:solidFill>
                  <a:srgbClr val="B9CADC"/>
                </a:solidFill>
              </a:defRPr>
            </a:lvl8pPr>
            <a:lvl9pPr>
              <a:defRPr sz="1725" b="0">
                <a:solidFill>
                  <a:srgbClr val="B9CADC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B9CADC"/>
                </a:solidFill>
              </a:defRPr>
            </a:pPr>
            <a:r>
              <a:rPr sz="1725" b="0">
                <a:solidFill>
                  <a:srgbClr val="B9CADC"/>
                </a:solidFill>
              </a:rPr>
              <a:t>Guest speakers • Finish your shader • Final-project planning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BF251C-C5B8-450C-BB62-BB2906B22D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19cd176a85463b"/>
          <a:stretch xmlns:a="http://schemas.openxmlformats.org/drawingml/2006/main"/>
        </p:blipFill>
        <p:spPr>
          <a:xfrm xmlns:a="http://schemas.openxmlformats.org/drawingml/2006/main">
            <a:off x="6191250" y="2146102"/>
            <a:ext cx="5238750" cy="294679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9719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A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DD640F-D983-4865-9C6F-BD2B3A14DC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99c8223eba4074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DD1FA5-6684-4375-8FB0-333B095C2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62DFF5"/>
                </a:solidFill>
              </a:defRPr>
            </a:defPPr>
            <a:lvl1pPr>
              <a:defRPr sz="1350" b="1">
                <a:solidFill>
                  <a:srgbClr val="62DFF5"/>
                </a:solidFill>
              </a:defRPr>
            </a:lvl1pPr>
            <a:lvl2pPr>
              <a:defRPr sz="1350" b="1">
                <a:solidFill>
                  <a:srgbClr val="62DFF5"/>
                </a:solidFill>
              </a:defRPr>
            </a:lvl2pPr>
            <a:lvl3pPr>
              <a:defRPr sz="1350" b="1">
                <a:solidFill>
                  <a:srgbClr val="62DFF5"/>
                </a:solidFill>
              </a:defRPr>
            </a:lvl3pPr>
            <a:lvl4pPr>
              <a:defRPr sz="1350" b="1">
                <a:solidFill>
                  <a:srgbClr val="62DFF5"/>
                </a:solidFill>
              </a:defRPr>
            </a:lvl4pPr>
            <a:lvl5pPr>
              <a:defRPr sz="1350" b="1">
                <a:solidFill>
                  <a:srgbClr val="62DFF5"/>
                </a:solidFill>
              </a:defRPr>
            </a:lvl5pPr>
            <a:lvl6pPr>
              <a:defRPr sz="1350" b="1">
                <a:solidFill>
                  <a:srgbClr val="62DFF5"/>
                </a:solidFill>
              </a:defRPr>
            </a:lvl6pPr>
            <a:lvl7pPr>
              <a:defRPr sz="1350" b="1">
                <a:solidFill>
                  <a:srgbClr val="62DFF5"/>
                </a:solidFill>
              </a:defRPr>
            </a:lvl7pPr>
            <a:lvl8pPr>
              <a:defRPr sz="1350" b="1">
                <a:solidFill>
                  <a:srgbClr val="62DFF5"/>
                </a:solidFill>
              </a:defRPr>
            </a:lvl8pPr>
            <a:lvl9pPr>
              <a:defRPr sz="1350" b="1">
                <a:solidFill>
                  <a:srgbClr val="62DFF5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62DFF5"/>
                </a:solidFill>
              </a:defRPr>
            </a:pPr>
            <a:r>
              <a:rPr sz="1350" b="1">
                <a:solidFill>
                  <a:srgbClr val="62DFF5"/>
                </a:solidFill>
              </a:rPr>
              <a:t>WELCOME • 4:30–4:45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BFAF30-248D-43CA-8F00-9E712DB2D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FFFFF"/>
                </a:solidFill>
              </a:defRPr>
            </a:defPPr>
            <a:lvl1pPr>
              <a:defRPr sz="3450" b="1">
                <a:solidFill>
                  <a:srgbClr val="FFFFFF"/>
                </a:solidFill>
              </a:defRPr>
            </a:lvl1pPr>
            <a:lvl2pPr>
              <a:defRPr sz="3450" b="1">
                <a:solidFill>
                  <a:srgbClr val="FFFFFF"/>
                </a:solidFill>
              </a:defRPr>
            </a:lvl2pPr>
            <a:lvl3pPr>
              <a:defRPr sz="3450" b="1">
                <a:solidFill>
                  <a:srgbClr val="FFFFFF"/>
                </a:solidFill>
              </a:defRPr>
            </a:lvl3pPr>
            <a:lvl4pPr>
              <a:defRPr sz="3450" b="1">
                <a:solidFill>
                  <a:srgbClr val="FFFFFF"/>
                </a:solidFill>
              </a:defRPr>
            </a:lvl4pPr>
            <a:lvl5pPr>
              <a:defRPr sz="3450" b="1">
                <a:solidFill>
                  <a:srgbClr val="FFFFFF"/>
                </a:solidFill>
              </a:defRPr>
            </a:lvl5pPr>
            <a:lvl6pPr>
              <a:defRPr sz="3450" b="1">
                <a:solidFill>
                  <a:srgbClr val="FFFFFF"/>
                </a:solidFill>
              </a:defRPr>
            </a:lvl6pPr>
            <a:lvl7pPr>
              <a:defRPr sz="3450" b="1">
                <a:solidFill>
                  <a:srgbClr val="FFFFFF"/>
                </a:solidFill>
              </a:defRPr>
            </a:lvl7pPr>
            <a:lvl8pPr>
              <a:defRPr sz="3450" b="1">
                <a:solidFill>
                  <a:srgbClr val="FFFFFF"/>
                </a:solidFill>
              </a:defRPr>
            </a:lvl8pPr>
            <a:lvl9pPr>
              <a:defRPr sz="34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Today’s agenda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C7CAE7-FE0A-4A0C-9846-471C75C57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C4D3E3"/>
                </a:solidFill>
              </a:defRPr>
            </a:defPPr>
            <a:lvl1pPr>
              <a:defRPr sz="1200" b="0">
                <a:solidFill>
                  <a:srgbClr val="C4D3E3"/>
                </a:solidFill>
              </a:defRPr>
            </a:lvl1pPr>
            <a:lvl2pPr>
              <a:defRPr sz="1200" b="0">
                <a:solidFill>
                  <a:srgbClr val="C4D3E3"/>
                </a:solidFill>
              </a:defRPr>
            </a:lvl2pPr>
            <a:lvl3pPr>
              <a:defRPr sz="1200" b="0">
                <a:solidFill>
                  <a:srgbClr val="C4D3E3"/>
                </a:solidFill>
              </a:defRPr>
            </a:lvl3pPr>
            <a:lvl4pPr>
              <a:defRPr sz="1200" b="0">
                <a:solidFill>
                  <a:srgbClr val="C4D3E3"/>
                </a:solidFill>
              </a:defRPr>
            </a:lvl4pPr>
            <a:lvl5pPr>
              <a:defRPr sz="1200" b="0">
                <a:solidFill>
                  <a:srgbClr val="C4D3E3"/>
                </a:solidFill>
              </a:defRPr>
            </a:lvl5pPr>
            <a:lvl6pPr>
              <a:defRPr sz="1200" b="0">
                <a:solidFill>
                  <a:srgbClr val="C4D3E3"/>
                </a:solidFill>
              </a:defRPr>
            </a:lvl6pPr>
            <a:lvl7pPr>
              <a:defRPr sz="1200" b="0">
                <a:solidFill>
                  <a:srgbClr val="C4D3E3"/>
                </a:solidFill>
              </a:defRPr>
            </a:lvl7pPr>
            <a:lvl8pPr>
              <a:defRPr sz="1200" b="0">
                <a:solidFill>
                  <a:srgbClr val="C4D3E3"/>
                </a:solidFill>
              </a:defRPr>
            </a:lvl8pPr>
            <a:lvl9pPr>
              <a:defRPr sz="1200" b="0">
                <a:solidFill>
                  <a:srgbClr val="C4D3E3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C4D3E3"/>
                </a:solidFill>
              </a:defRPr>
            </a:pPr>
            <a:r>
              <a:rPr sz="1200" b="0">
                <a:solidFill>
                  <a:srgbClr val="C4D3E3"/>
                </a:solidFill>
              </a:rPr>
              <a:t>02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B7F705-392F-4937-A107-6D0D1DB84873}"/>
              </a:ext>
            </a:extLst>
          </p:cNvPr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5715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62DFF5"/>
                          </a:solidFill>
                        </a:rPr>
                        <a:t>Time</a:t>
                      </a:r>
                    </a:p>
                  </a:txBody>
                  <a:tcPr marL="91440" marR="91440" marT="45720" marB="45720">
                    <a:solidFill>
                      <a:srgbClr val="203B5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62DFF5"/>
                          </a:solidFill>
                        </a:rPr>
                        <a:t>Activity</a:t>
                      </a:r>
                    </a:p>
                  </a:txBody>
                  <a:tcPr marL="91440" marR="91440" marT="45720" marB="45720">
                    <a:solidFill>
                      <a:srgbClr val="203B53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FFFFFF"/>
                          </a:solidFill>
                        </a:rPr>
                        <a:t>4:30–4:45</a:t>
                      </a:r>
                    </a:p>
                  </a:txBody>
                  <a:tcPr marL="91440" marR="91440" marT="45720" marB="45720">
                    <a:solidFill>
                      <a:srgbClr val="101E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FFFFFF"/>
                          </a:solidFill>
                        </a:rPr>
                        <a:t>Welcome, agenda, tech setup</a:t>
                      </a:r>
                    </a:p>
                  </a:txBody>
                  <a:tcPr marL="91440" marR="91440" marT="45720" marB="45720">
                    <a:solidFill>
                      <a:srgbClr val="101E3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FFFFFF"/>
                          </a:solidFill>
                        </a:rPr>
                        <a:t>4:45–6:00</a:t>
                      </a:r>
                    </a:p>
                  </a:txBody>
                  <a:tcPr marL="91440" marR="91440" marT="45720" marB="45720">
                    <a:solidFill>
                      <a:srgbClr val="142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FFFFFF"/>
                          </a:solidFill>
                        </a:rPr>
                        <a:t>Guest speakers and questions</a:t>
                      </a:r>
                    </a:p>
                  </a:txBody>
                  <a:tcPr marL="91440" marR="91440" marT="45720" marB="45720">
                    <a:solidFill>
                      <a:srgbClr val="14263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FFFFFF"/>
                          </a:solidFill>
                        </a:rPr>
                        <a:t>6:00–6:15</a:t>
                      </a:r>
                    </a:p>
                  </a:txBody>
                  <a:tcPr marL="91440" marR="91440" marT="45720" marB="45720">
                    <a:solidFill>
                      <a:srgbClr val="101E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FFFFFF"/>
                          </a:solidFill>
                        </a:rPr>
                        <a:t>Break</a:t>
                      </a:r>
                    </a:p>
                  </a:txBody>
                  <a:tcPr marL="91440" marR="91440" marT="45720" marB="45720">
                    <a:solidFill>
                      <a:srgbClr val="101E3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FFFFFF"/>
                          </a:solidFill>
                        </a:rPr>
                        <a:t>6:15–6:25</a:t>
                      </a:r>
                    </a:p>
                  </a:txBody>
                  <a:tcPr marL="91440" marR="91440" marT="45720" marB="45720">
                    <a:solidFill>
                      <a:srgbClr val="142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FFFFFF"/>
                          </a:solidFill>
                        </a:rPr>
                        <a:t>Material systems: quick walkthrough</a:t>
                      </a:r>
                    </a:p>
                  </a:txBody>
                  <a:tcPr marL="91440" marR="91440" marT="45720" marB="45720">
                    <a:solidFill>
                      <a:srgbClr val="14263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FFFFFF"/>
                          </a:solidFill>
                        </a:rPr>
                        <a:t>6:25–6:50</a:t>
                      </a:r>
                    </a:p>
                  </a:txBody>
                  <a:tcPr marL="91440" marR="91440" marT="45720" marB="45720">
                    <a:solidFill>
                      <a:srgbClr val="101E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FFFFFF"/>
                          </a:solidFill>
                        </a:rPr>
                        <a:t>Workshop: finish your original shader</a:t>
                      </a:r>
                    </a:p>
                  </a:txBody>
                  <a:tcPr marL="91440" marR="91440" marT="45720" marB="45720">
                    <a:solidFill>
                      <a:srgbClr val="101E3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FFFFFF"/>
                          </a:solidFill>
                        </a:rPr>
                        <a:t>6:50–7:00</a:t>
                      </a:r>
                    </a:p>
                  </a:txBody>
                  <a:tcPr marL="91440" marR="91440" marT="45720" marB="45720">
                    <a:solidFill>
                      <a:srgbClr val="142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FFFFFF"/>
                          </a:solidFill>
                        </a:rPr>
                        <a:t>Final assignment overview</a:t>
                      </a:r>
                    </a:p>
                  </a:txBody>
                  <a:tcPr marL="91440" marR="91440" marT="45720" marB="45720">
                    <a:solidFill>
                      <a:srgbClr val="14263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91321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A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E2976D-39E3-4338-8BFA-3D21F403034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22e2eb29784616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673B83-F334-4451-AB44-9677C89E5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62DFF5"/>
                </a:solidFill>
              </a:defRPr>
            </a:defPPr>
            <a:lvl1pPr>
              <a:defRPr sz="1350" b="1">
                <a:solidFill>
                  <a:srgbClr val="62DFF5"/>
                </a:solidFill>
              </a:defRPr>
            </a:lvl1pPr>
            <a:lvl2pPr>
              <a:defRPr sz="1350" b="1">
                <a:solidFill>
                  <a:srgbClr val="62DFF5"/>
                </a:solidFill>
              </a:defRPr>
            </a:lvl2pPr>
            <a:lvl3pPr>
              <a:defRPr sz="1350" b="1">
                <a:solidFill>
                  <a:srgbClr val="62DFF5"/>
                </a:solidFill>
              </a:defRPr>
            </a:lvl3pPr>
            <a:lvl4pPr>
              <a:defRPr sz="1350" b="1">
                <a:solidFill>
                  <a:srgbClr val="62DFF5"/>
                </a:solidFill>
              </a:defRPr>
            </a:lvl4pPr>
            <a:lvl5pPr>
              <a:defRPr sz="1350" b="1">
                <a:solidFill>
                  <a:srgbClr val="62DFF5"/>
                </a:solidFill>
              </a:defRPr>
            </a:lvl5pPr>
            <a:lvl6pPr>
              <a:defRPr sz="1350" b="1">
                <a:solidFill>
                  <a:srgbClr val="62DFF5"/>
                </a:solidFill>
              </a:defRPr>
            </a:lvl6pPr>
            <a:lvl7pPr>
              <a:defRPr sz="1350" b="1">
                <a:solidFill>
                  <a:srgbClr val="62DFF5"/>
                </a:solidFill>
              </a:defRPr>
            </a:lvl7pPr>
            <a:lvl8pPr>
              <a:defRPr sz="1350" b="1">
                <a:solidFill>
                  <a:srgbClr val="62DFF5"/>
                </a:solidFill>
              </a:defRPr>
            </a:lvl8pPr>
            <a:lvl9pPr>
              <a:defRPr sz="1350" b="1">
                <a:solidFill>
                  <a:srgbClr val="62DFF5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62DFF5"/>
                </a:solidFill>
              </a:defRPr>
            </a:pPr>
            <a:r>
              <a:rPr sz="1350" b="1">
                <a:solidFill>
                  <a:srgbClr val="62DFF5"/>
                </a:solidFill>
              </a:rPr>
              <a:t>TECH SETUP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06D489-E497-4624-9C18-4A7F49157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FFFFF"/>
                </a:solidFill>
              </a:defRPr>
            </a:defPPr>
            <a:lvl1pPr>
              <a:defRPr sz="3450" b="1">
                <a:solidFill>
                  <a:srgbClr val="FFFFFF"/>
                </a:solidFill>
              </a:defRPr>
            </a:lvl1pPr>
            <a:lvl2pPr>
              <a:defRPr sz="3450" b="1">
                <a:solidFill>
                  <a:srgbClr val="FFFFFF"/>
                </a:solidFill>
              </a:defRPr>
            </a:lvl2pPr>
            <a:lvl3pPr>
              <a:defRPr sz="3450" b="1">
                <a:solidFill>
                  <a:srgbClr val="FFFFFF"/>
                </a:solidFill>
              </a:defRPr>
            </a:lvl3pPr>
            <a:lvl4pPr>
              <a:defRPr sz="3450" b="1">
                <a:solidFill>
                  <a:srgbClr val="FFFFFF"/>
                </a:solidFill>
              </a:defRPr>
            </a:lvl4pPr>
            <a:lvl5pPr>
              <a:defRPr sz="3450" b="1">
                <a:solidFill>
                  <a:srgbClr val="FFFFFF"/>
                </a:solidFill>
              </a:defRPr>
            </a:lvl5pPr>
            <a:lvl6pPr>
              <a:defRPr sz="3450" b="1">
                <a:solidFill>
                  <a:srgbClr val="FFFFFF"/>
                </a:solidFill>
              </a:defRPr>
            </a:lvl6pPr>
            <a:lvl7pPr>
              <a:defRPr sz="3450" b="1">
                <a:solidFill>
                  <a:srgbClr val="FFFFFF"/>
                </a:solidFill>
              </a:defRPr>
            </a:lvl7pPr>
            <a:lvl8pPr>
              <a:defRPr sz="3450" b="1">
                <a:solidFill>
                  <a:srgbClr val="FFFFFF"/>
                </a:solidFill>
              </a:defRPr>
            </a:lvl8pPr>
            <a:lvl9pPr>
              <a:defRPr sz="34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Get ready to finish your shader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068422-A94F-40FE-8C35-EFAA77C10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C4D3E3"/>
                </a:solidFill>
              </a:defRPr>
            </a:defPPr>
            <a:lvl1pPr>
              <a:defRPr sz="1200" b="0">
                <a:solidFill>
                  <a:srgbClr val="C4D3E3"/>
                </a:solidFill>
              </a:defRPr>
            </a:lvl1pPr>
            <a:lvl2pPr>
              <a:defRPr sz="1200" b="0">
                <a:solidFill>
                  <a:srgbClr val="C4D3E3"/>
                </a:solidFill>
              </a:defRPr>
            </a:lvl2pPr>
            <a:lvl3pPr>
              <a:defRPr sz="1200" b="0">
                <a:solidFill>
                  <a:srgbClr val="C4D3E3"/>
                </a:solidFill>
              </a:defRPr>
            </a:lvl3pPr>
            <a:lvl4pPr>
              <a:defRPr sz="1200" b="0">
                <a:solidFill>
                  <a:srgbClr val="C4D3E3"/>
                </a:solidFill>
              </a:defRPr>
            </a:lvl4pPr>
            <a:lvl5pPr>
              <a:defRPr sz="1200" b="0">
                <a:solidFill>
                  <a:srgbClr val="C4D3E3"/>
                </a:solidFill>
              </a:defRPr>
            </a:lvl5pPr>
            <a:lvl6pPr>
              <a:defRPr sz="1200" b="0">
                <a:solidFill>
                  <a:srgbClr val="C4D3E3"/>
                </a:solidFill>
              </a:defRPr>
            </a:lvl6pPr>
            <a:lvl7pPr>
              <a:defRPr sz="1200" b="0">
                <a:solidFill>
                  <a:srgbClr val="C4D3E3"/>
                </a:solidFill>
              </a:defRPr>
            </a:lvl7pPr>
            <a:lvl8pPr>
              <a:defRPr sz="1200" b="0">
                <a:solidFill>
                  <a:srgbClr val="C4D3E3"/>
                </a:solidFill>
              </a:defRPr>
            </a:lvl8pPr>
            <a:lvl9pPr>
              <a:defRPr sz="1200" b="0">
                <a:solidFill>
                  <a:srgbClr val="C4D3E3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C4D3E3"/>
                </a:solidFill>
              </a:defRPr>
            </a:pPr>
            <a:r>
              <a:rPr sz="1200" b="0">
                <a:solidFill>
                  <a:srgbClr val="C4D3E3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2B92C6-07CC-4CEA-B6F6-AFE58321E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02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72D4C1"/>
                </a:solidFill>
              </a:defRPr>
            </a:defPPr>
            <a:lvl1pPr>
              <a:defRPr sz="2250" b="1">
                <a:solidFill>
                  <a:srgbClr val="72D4C1"/>
                </a:solidFill>
              </a:defRPr>
            </a:lvl1pPr>
            <a:lvl2pPr>
              <a:defRPr sz="2250" b="1">
                <a:solidFill>
                  <a:srgbClr val="72D4C1"/>
                </a:solidFill>
              </a:defRPr>
            </a:lvl2pPr>
            <a:lvl3pPr>
              <a:defRPr sz="2250" b="1">
                <a:solidFill>
                  <a:srgbClr val="72D4C1"/>
                </a:solidFill>
              </a:defRPr>
            </a:lvl3pPr>
            <a:lvl4pPr>
              <a:defRPr sz="2250" b="1">
                <a:solidFill>
                  <a:srgbClr val="72D4C1"/>
                </a:solidFill>
              </a:defRPr>
            </a:lvl4pPr>
            <a:lvl5pPr>
              <a:defRPr sz="2250" b="1">
                <a:solidFill>
                  <a:srgbClr val="72D4C1"/>
                </a:solidFill>
              </a:defRPr>
            </a:lvl5pPr>
            <a:lvl6pPr>
              <a:defRPr sz="2250" b="1">
                <a:solidFill>
                  <a:srgbClr val="72D4C1"/>
                </a:solidFill>
              </a:defRPr>
            </a:lvl6pPr>
            <a:lvl7pPr>
              <a:defRPr sz="2250" b="1">
                <a:solidFill>
                  <a:srgbClr val="72D4C1"/>
                </a:solidFill>
              </a:defRPr>
            </a:lvl7pPr>
            <a:lvl8pPr>
              <a:defRPr sz="2250" b="1">
                <a:solidFill>
                  <a:srgbClr val="72D4C1"/>
                </a:solidFill>
              </a:defRPr>
            </a:lvl8pPr>
            <a:lvl9pPr>
              <a:defRPr sz="2250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72D4C1"/>
                </a:solidFill>
              </a:defRPr>
            </a:pPr>
            <a:r>
              <a:rPr sz="2250" b="1">
                <a:solidFill>
                  <a:srgbClr val="72D4C1"/>
                </a:solidFill>
              </a:rPr>
              <a:t>Open your shader project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070D2F-C117-4571-BEA6-EA3B7E3CC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57450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FFFFFF"/>
                </a:solidFill>
              </a:defRPr>
            </a:defPPr>
            <a:lvl1pPr>
              <a:defRPr sz="2025" b="0">
                <a:solidFill>
                  <a:srgbClr val="FFFFFF"/>
                </a:solidFill>
              </a:defRPr>
            </a:lvl1pPr>
            <a:lvl2pPr>
              <a:defRPr sz="2025" b="0">
                <a:solidFill>
                  <a:srgbClr val="FFFFFF"/>
                </a:solidFill>
              </a:defRPr>
            </a:lvl2pPr>
            <a:lvl3pPr>
              <a:defRPr sz="2025" b="0">
                <a:solidFill>
                  <a:srgbClr val="FFFFFF"/>
                </a:solidFill>
              </a:defRPr>
            </a:lvl3pPr>
            <a:lvl4pPr>
              <a:defRPr sz="2025" b="0">
                <a:solidFill>
                  <a:srgbClr val="FFFFFF"/>
                </a:solidFill>
              </a:defRPr>
            </a:lvl4pPr>
            <a:lvl5pPr>
              <a:defRPr sz="2025" b="0">
                <a:solidFill>
                  <a:srgbClr val="FFFFFF"/>
                </a:solidFill>
              </a:defRPr>
            </a:lvl5pPr>
            <a:lvl6pPr>
              <a:defRPr sz="2025" b="0">
                <a:solidFill>
                  <a:srgbClr val="FFFFFF"/>
                </a:solidFill>
              </a:defRPr>
            </a:lvl6pPr>
            <a:lvl7pPr>
              <a:defRPr sz="2025" b="0">
                <a:solidFill>
                  <a:srgbClr val="FFFFFF"/>
                </a:solidFill>
              </a:defRPr>
            </a:lvl7pPr>
            <a:lvl8pPr>
              <a:defRPr sz="2025" b="0">
                <a:solidFill>
                  <a:srgbClr val="FFFFFF"/>
                </a:solidFill>
              </a:defRPr>
            </a:lvl8pPr>
            <a:lvl9pPr>
              <a:defRPr sz="202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FFFFFF"/>
                </a:solidFill>
              </a:defRPr>
            </a:pPr>
            <a:r>
              <a:rPr sz="2025" b="0">
                <a:solidFill>
                  <a:srgbClr val="FFFFFF"/>
                </a:solidFill>
              </a:rPr>
              <a:t>Keep your Week 8 work ready; Week 9 stations are optional references.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5AE37F-89B4-4723-886F-787355712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72D4C1"/>
                </a:solidFill>
              </a:defRPr>
            </a:defPPr>
            <a:lvl1pPr>
              <a:defRPr sz="2250" b="1">
                <a:solidFill>
                  <a:srgbClr val="72D4C1"/>
                </a:solidFill>
              </a:defRPr>
            </a:lvl1pPr>
            <a:lvl2pPr>
              <a:defRPr sz="2250" b="1">
                <a:solidFill>
                  <a:srgbClr val="72D4C1"/>
                </a:solidFill>
              </a:defRPr>
            </a:lvl2pPr>
            <a:lvl3pPr>
              <a:defRPr sz="2250" b="1">
                <a:solidFill>
                  <a:srgbClr val="72D4C1"/>
                </a:solidFill>
              </a:defRPr>
            </a:lvl3pPr>
            <a:lvl4pPr>
              <a:defRPr sz="2250" b="1">
                <a:solidFill>
                  <a:srgbClr val="72D4C1"/>
                </a:solidFill>
              </a:defRPr>
            </a:lvl4pPr>
            <a:lvl5pPr>
              <a:defRPr sz="2250" b="1">
                <a:solidFill>
                  <a:srgbClr val="72D4C1"/>
                </a:solidFill>
              </a:defRPr>
            </a:lvl5pPr>
            <a:lvl6pPr>
              <a:defRPr sz="2250" b="1">
                <a:solidFill>
                  <a:srgbClr val="72D4C1"/>
                </a:solidFill>
              </a:defRPr>
            </a:lvl6pPr>
            <a:lvl7pPr>
              <a:defRPr sz="2250" b="1">
                <a:solidFill>
                  <a:srgbClr val="72D4C1"/>
                </a:solidFill>
              </a:defRPr>
            </a:lvl7pPr>
            <a:lvl8pPr>
              <a:defRPr sz="2250" b="1">
                <a:solidFill>
                  <a:srgbClr val="72D4C1"/>
                </a:solidFill>
              </a:defRPr>
            </a:lvl8pPr>
            <a:lvl9pPr>
              <a:defRPr sz="2250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72D4C1"/>
                </a:solidFill>
              </a:defRPr>
            </a:pPr>
            <a:r>
              <a:rPr sz="2250" b="1">
                <a:solidFill>
                  <a:srgbClr val="72D4C1"/>
                </a:solidFill>
              </a:rPr>
              <a:t>Use a reference if helpful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52016A-2A58-4AEC-A9B6-CEF91277A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90950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FFFFFF"/>
                </a:solidFill>
              </a:defRPr>
            </a:defPPr>
            <a:lvl1pPr>
              <a:defRPr sz="2025" b="0">
                <a:solidFill>
                  <a:srgbClr val="FFFFFF"/>
                </a:solidFill>
              </a:defRPr>
            </a:lvl1pPr>
            <a:lvl2pPr>
              <a:defRPr sz="2025" b="0">
                <a:solidFill>
                  <a:srgbClr val="FFFFFF"/>
                </a:solidFill>
              </a:defRPr>
            </a:lvl2pPr>
            <a:lvl3pPr>
              <a:defRPr sz="2025" b="0">
                <a:solidFill>
                  <a:srgbClr val="FFFFFF"/>
                </a:solidFill>
              </a:defRPr>
            </a:lvl3pPr>
            <a:lvl4pPr>
              <a:defRPr sz="2025" b="0">
                <a:solidFill>
                  <a:srgbClr val="FFFFFF"/>
                </a:solidFill>
              </a:defRPr>
            </a:lvl4pPr>
            <a:lvl5pPr>
              <a:defRPr sz="2025" b="0">
                <a:solidFill>
                  <a:srgbClr val="FFFFFF"/>
                </a:solidFill>
              </a:defRPr>
            </a:lvl5pPr>
            <a:lvl6pPr>
              <a:defRPr sz="2025" b="0">
                <a:solidFill>
                  <a:srgbClr val="FFFFFF"/>
                </a:solidFill>
              </a:defRPr>
            </a:lvl6pPr>
            <a:lvl7pPr>
              <a:defRPr sz="2025" b="0">
                <a:solidFill>
                  <a:srgbClr val="FFFFFF"/>
                </a:solidFill>
              </a:defRPr>
            </a:lvl7pPr>
            <a:lvl8pPr>
              <a:defRPr sz="2025" b="0">
                <a:solidFill>
                  <a:srgbClr val="FFFFFF"/>
                </a:solidFill>
              </a:defRPr>
            </a:lvl8pPr>
            <a:lvl9pPr>
              <a:defRPr sz="202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FFFFFF"/>
                </a:solidFill>
              </a:defRPr>
            </a:pPr>
            <a:r>
              <a:rPr sz="2025" b="0">
                <a:solidFill>
                  <a:srgbClr val="FFFFFF"/>
                </a:solidFill>
              </a:rPr>
              <a:t>In the Outliner, expand ReferenceWing and choose a numbered camera.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DA6087-F051-40A9-B1C0-419FF473A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672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72D4C1"/>
                </a:solidFill>
              </a:defRPr>
            </a:defPPr>
            <a:lvl1pPr>
              <a:defRPr sz="2250" b="1">
                <a:solidFill>
                  <a:srgbClr val="72D4C1"/>
                </a:solidFill>
              </a:defRPr>
            </a:lvl1pPr>
            <a:lvl2pPr>
              <a:defRPr sz="2250" b="1">
                <a:solidFill>
                  <a:srgbClr val="72D4C1"/>
                </a:solidFill>
              </a:defRPr>
            </a:lvl2pPr>
            <a:lvl3pPr>
              <a:defRPr sz="2250" b="1">
                <a:solidFill>
                  <a:srgbClr val="72D4C1"/>
                </a:solidFill>
              </a:defRPr>
            </a:lvl3pPr>
            <a:lvl4pPr>
              <a:defRPr sz="2250" b="1">
                <a:solidFill>
                  <a:srgbClr val="72D4C1"/>
                </a:solidFill>
              </a:defRPr>
            </a:lvl4pPr>
            <a:lvl5pPr>
              <a:defRPr sz="2250" b="1">
                <a:solidFill>
                  <a:srgbClr val="72D4C1"/>
                </a:solidFill>
              </a:defRPr>
            </a:lvl5pPr>
            <a:lvl6pPr>
              <a:defRPr sz="2250" b="1">
                <a:solidFill>
                  <a:srgbClr val="72D4C1"/>
                </a:solidFill>
              </a:defRPr>
            </a:lvl6pPr>
            <a:lvl7pPr>
              <a:defRPr sz="2250" b="1">
                <a:solidFill>
                  <a:srgbClr val="72D4C1"/>
                </a:solidFill>
              </a:defRPr>
            </a:lvl7pPr>
            <a:lvl8pPr>
              <a:defRPr sz="2250" b="1">
                <a:solidFill>
                  <a:srgbClr val="72D4C1"/>
                </a:solidFill>
              </a:defRPr>
            </a:lvl8pPr>
            <a:lvl9pPr>
              <a:defRPr sz="2250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72D4C1"/>
                </a:solidFill>
              </a:defRPr>
            </a:pPr>
            <a:r>
              <a:rPr sz="2250" b="1">
                <a:solidFill>
                  <a:srgbClr val="72D4C1"/>
                </a:solidFill>
              </a:rPr>
              <a:t>Keep a place for your cheat sheet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DA292A-451A-4A0D-B897-B4D97532D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24450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FFFFFF"/>
                </a:solidFill>
              </a:defRPr>
            </a:defPPr>
            <a:lvl1pPr>
              <a:defRPr sz="2025" b="0">
                <a:solidFill>
                  <a:srgbClr val="FFFFFF"/>
                </a:solidFill>
              </a:defRPr>
            </a:lvl1pPr>
            <a:lvl2pPr>
              <a:defRPr sz="2025" b="0">
                <a:solidFill>
                  <a:srgbClr val="FFFFFF"/>
                </a:solidFill>
              </a:defRPr>
            </a:lvl2pPr>
            <a:lvl3pPr>
              <a:defRPr sz="2025" b="0">
                <a:solidFill>
                  <a:srgbClr val="FFFFFF"/>
                </a:solidFill>
              </a:defRPr>
            </a:lvl3pPr>
            <a:lvl4pPr>
              <a:defRPr sz="2025" b="0">
                <a:solidFill>
                  <a:srgbClr val="FFFFFF"/>
                </a:solidFill>
              </a:defRPr>
            </a:lvl4pPr>
            <a:lvl5pPr>
              <a:defRPr sz="2025" b="0">
                <a:solidFill>
                  <a:srgbClr val="FFFFFF"/>
                </a:solidFill>
              </a:defRPr>
            </a:lvl5pPr>
            <a:lvl6pPr>
              <a:defRPr sz="2025" b="0">
                <a:solidFill>
                  <a:srgbClr val="FFFFFF"/>
                </a:solidFill>
              </a:defRPr>
            </a:lvl6pPr>
            <a:lvl7pPr>
              <a:defRPr sz="2025" b="0">
                <a:solidFill>
                  <a:srgbClr val="FFFFFF"/>
                </a:solidFill>
              </a:defRPr>
            </a:lvl7pPr>
            <a:lvl8pPr>
              <a:defRPr sz="2025" b="0">
                <a:solidFill>
                  <a:srgbClr val="FFFFFF"/>
                </a:solidFill>
              </a:defRPr>
            </a:lvl8pPr>
            <a:lvl9pPr>
              <a:defRPr sz="202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FFFFFF"/>
                </a:solidFill>
              </a:defRPr>
            </a:pPr>
            <a:r>
              <a:rPr sz="2025" b="0">
                <a:solidFill>
                  <a:srgbClr val="FFFFFF"/>
                </a:solidFill>
              </a:rPr>
              <a:t>Record the control, its meaning, the visible result, and how to reset it.</a:t>
            </a:r>
          </a:p>
        </p:txBody>
      </p:sp>
    </p:spTree>
    <p:extLst>
      <p:ext uri="{BB962C8B-B14F-4D97-AF65-F5344CB8AC3E}">
        <p14:creationId xmlns:p14="http://schemas.microsoft.com/office/powerpoint/2010/main" val="7732969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A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3AABDD-FBFD-477D-BAB1-49F19767BC4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1e822fb1b142b7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D76BBA-24B1-4428-B14F-9D76C1A2F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62DFF5"/>
                </a:solidFill>
              </a:defRPr>
            </a:defPPr>
            <a:lvl1pPr>
              <a:defRPr sz="1350" b="1">
                <a:solidFill>
                  <a:srgbClr val="62DFF5"/>
                </a:solidFill>
              </a:defRPr>
            </a:lvl1pPr>
            <a:lvl2pPr>
              <a:defRPr sz="1350" b="1">
                <a:solidFill>
                  <a:srgbClr val="62DFF5"/>
                </a:solidFill>
              </a:defRPr>
            </a:lvl2pPr>
            <a:lvl3pPr>
              <a:defRPr sz="1350" b="1">
                <a:solidFill>
                  <a:srgbClr val="62DFF5"/>
                </a:solidFill>
              </a:defRPr>
            </a:lvl3pPr>
            <a:lvl4pPr>
              <a:defRPr sz="1350" b="1">
                <a:solidFill>
                  <a:srgbClr val="62DFF5"/>
                </a:solidFill>
              </a:defRPr>
            </a:lvl4pPr>
            <a:lvl5pPr>
              <a:defRPr sz="1350" b="1">
                <a:solidFill>
                  <a:srgbClr val="62DFF5"/>
                </a:solidFill>
              </a:defRPr>
            </a:lvl5pPr>
            <a:lvl6pPr>
              <a:defRPr sz="1350" b="1">
                <a:solidFill>
                  <a:srgbClr val="62DFF5"/>
                </a:solidFill>
              </a:defRPr>
            </a:lvl6pPr>
            <a:lvl7pPr>
              <a:defRPr sz="1350" b="1">
                <a:solidFill>
                  <a:srgbClr val="62DFF5"/>
                </a:solidFill>
              </a:defRPr>
            </a:lvl7pPr>
            <a:lvl8pPr>
              <a:defRPr sz="1350" b="1">
                <a:solidFill>
                  <a:srgbClr val="62DFF5"/>
                </a:solidFill>
              </a:defRPr>
            </a:lvl8pPr>
            <a:lvl9pPr>
              <a:defRPr sz="1350" b="1">
                <a:solidFill>
                  <a:srgbClr val="62DFF5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62DFF5"/>
                </a:solidFill>
              </a:defRPr>
            </a:pPr>
            <a:r>
              <a:rPr sz="1350" b="1">
                <a:solidFill>
                  <a:srgbClr val="62DFF5"/>
                </a:solidFill>
              </a:rPr>
              <a:t>4:45–6:00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D1DD89-D57F-4141-810C-A82229153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FFFFF"/>
                </a:solidFill>
              </a:defRPr>
            </a:defPPr>
            <a:lvl1pPr>
              <a:defRPr sz="3450" b="1">
                <a:solidFill>
                  <a:srgbClr val="FFFFFF"/>
                </a:solidFill>
              </a:defRPr>
            </a:lvl1pPr>
            <a:lvl2pPr>
              <a:defRPr sz="3450" b="1">
                <a:solidFill>
                  <a:srgbClr val="FFFFFF"/>
                </a:solidFill>
              </a:defRPr>
            </a:lvl2pPr>
            <a:lvl3pPr>
              <a:defRPr sz="3450" b="1">
                <a:solidFill>
                  <a:srgbClr val="FFFFFF"/>
                </a:solidFill>
              </a:defRPr>
            </a:lvl3pPr>
            <a:lvl4pPr>
              <a:defRPr sz="3450" b="1">
                <a:solidFill>
                  <a:srgbClr val="FFFFFF"/>
                </a:solidFill>
              </a:defRPr>
            </a:lvl4pPr>
            <a:lvl5pPr>
              <a:defRPr sz="3450" b="1">
                <a:solidFill>
                  <a:srgbClr val="FFFFFF"/>
                </a:solidFill>
              </a:defRPr>
            </a:lvl5pPr>
            <a:lvl6pPr>
              <a:defRPr sz="3450" b="1">
                <a:solidFill>
                  <a:srgbClr val="FFFFFF"/>
                </a:solidFill>
              </a:defRPr>
            </a:lvl6pPr>
            <a:lvl7pPr>
              <a:defRPr sz="3450" b="1">
                <a:solidFill>
                  <a:srgbClr val="FFFFFF"/>
                </a:solidFill>
              </a:defRPr>
            </a:lvl7pPr>
            <a:lvl8pPr>
              <a:defRPr sz="3450" b="1">
                <a:solidFill>
                  <a:srgbClr val="FFFFFF"/>
                </a:solidFill>
              </a:defRPr>
            </a:lvl8pPr>
            <a:lvl9pPr>
              <a:defRPr sz="34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Guest speakers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11CFC8-97A4-4527-8DE9-7B5E7D246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C4D3E3"/>
                </a:solidFill>
              </a:defRPr>
            </a:defPPr>
            <a:lvl1pPr>
              <a:defRPr sz="1200" b="0">
                <a:solidFill>
                  <a:srgbClr val="C4D3E3"/>
                </a:solidFill>
              </a:defRPr>
            </a:lvl1pPr>
            <a:lvl2pPr>
              <a:defRPr sz="1200" b="0">
                <a:solidFill>
                  <a:srgbClr val="C4D3E3"/>
                </a:solidFill>
              </a:defRPr>
            </a:lvl2pPr>
            <a:lvl3pPr>
              <a:defRPr sz="1200" b="0">
                <a:solidFill>
                  <a:srgbClr val="C4D3E3"/>
                </a:solidFill>
              </a:defRPr>
            </a:lvl3pPr>
            <a:lvl4pPr>
              <a:defRPr sz="1200" b="0">
                <a:solidFill>
                  <a:srgbClr val="C4D3E3"/>
                </a:solidFill>
              </a:defRPr>
            </a:lvl4pPr>
            <a:lvl5pPr>
              <a:defRPr sz="1200" b="0">
                <a:solidFill>
                  <a:srgbClr val="C4D3E3"/>
                </a:solidFill>
              </a:defRPr>
            </a:lvl5pPr>
            <a:lvl6pPr>
              <a:defRPr sz="1200" b="0">
                <a:solidFill>
                  <a:srgbClr val="C4D3E3"/>
                </a:solidFill>
              </a:defRPr>
            </a:lvl6pPr>
            <a:lvl7pPr>
              <a:defRPr sz="1200" b="0">
                <a:solidFill>
                  <a:srgbClr val="C4D3E3"/>
                </a:solidFill>
              </a:defRPr>
            </a:lvl7pPr>
            <a:lvl8pPr>
              <a:defRPr sz="1200" b="0">
                <a:solidFill>
                  <a:srgbClr val="C4D3E3"/>
                </a:solidFill>
              </a:defRPr>
            </a:lvl8pPr>
            <a:lvl9pPr>
              <a:defRPr sz="1200" b="0">
                <a:solidFill>
                  <a:srgbClr val="C4D3E3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C4D3E3"/>
                </a:solidFill>
              </a:defRPr>
            </a:pPr>
            <a:r>
              <a:rPr sz="1200" b="0">
                <a:solidFill>
                  <a:srgbClr val="C4D3E3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EC7BED-34D8-42E8-8EA2-FCECD55DE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0">
                <a:solidFill>
                  <a:srgbClr val="FFFFFF"/>
                </a:solidFill>
              </a:defRPr>
            </a:defPPr>
            <a:lvl1pPr>
              <a:defRPr sz="2850" b="0">
                <a:solidFill>
                  <a:srgbClr val="FFFFFF"/>
                </a:solidFill>
              </a:defRPr>
            </a:lvl1pPr>
            <a:lvl2pPr>
              <a:defRPr sz="2850" b="0">
                <a:solidFill>
                  <a:srgbClr val="FFFFFF"/>
                </a:solidFill>
              </a:defRPr>
            </a:lvl2pPr>
            <a:lvl3pPr>
              <a:defRPr sz="2850" b="0">
                <a:solidFill>
                  <a:srgbClr val="FFFFFF"/>
                </a:solidFill>
              </a:defRPr>
            </a:lvl3pPr>
            <a:lvl4pPr>
              <a:defRPr sz="2850" b="0">
                <a:solidFill>
                  <a:srgbClr val="FFFFFF"/>
                </a:solidFill>
              </a:defRPr>
            </a:lvl4pPr>
            <a:lvl5pPr>
              <a:defRPr sz="2850" b="0">
                <a:solidFill>
                  <a:srgbClr val="FFFFFF"/>
                </a:solidFill>
              </a:defRPr>
            </a:lvl5pPr>
            <a:lvl6pPr>
              <a:defRPr sz="2850" b="0">
                <a:solidFill>
                  <a:srgbClr val="FFFFFF"/>
                </a:solidFill>
              </a:defRPr>
            </a:lvl6pPr>
            <a:lvl7pPr>
              <a:defRPr sz="2850" b="0">
                <a:solidFill>
                  <a:srgbClr val="FFFFFF"/>
                </a:solidFill>
              </a:defRPr>
            </a:lvl7pPr>
            <a:lvl8pPr>
              <a:defRPr sz="2850" b="0">
                <a:solidFill>
                  <a:srgbClr val="FFFFFF"/>
                </a:solidFill>
              </a:defRPr>
            </a:lvl8pPr>
            <a:lvl9pPr>
              <a:defRPr sz="285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FFFFFF"/>
                </a:solidFill>
              </a:defRPr>
            </a:pPr>
            <a:r>
              <a:rPr sz="2850" b="0">
                <a:solidFill>
                  <a:srgbClr val="FFFFFF"/>
                </a:solidFill>
              </a:rPr>
              <a:t>As you watch, choose one example to unpack.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B78626-165A-4A18-B391-AD34F9809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76625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72D4C1"/>
                </a:solidFill>
              </a:defRPr>
            </a:defPPr>
            <a:lvl1pPr>
              <a:defRPr sz="2250" b="1">
                <a:solidFill>
                  <a:srgbClr val="72D4C1"/>
                </a:solidFill>
              </a:defRPr>
            </a:lvl1pPr>
            <a:lvl2pPr>
              <a:defRPr sz="2250" b="1">
                <a:solidFill>
                  <a:srgbClr val="72D4C1"/>
                </a:solidFill>
              </a:defRPr>
            </a:lvl2pPr>
            <a:lvl3pPr>
              <a:defRPr sz="2250" b="1">
                <a:solidFill>
                  <a:srgbClr val="72D4C1"/>
                </a:solidFill>
              </a:defRPr>
            </a:lvl3pPr>
            <a:lvl4pPr>
              <a:defRPr sz="2250" b="1">
                <a:solidFill>
                  <a:srgbClr val="72D4C1"/>
                </a:solidFill>
              </a:defRPr>
            </a:lvl4pPr>
            <a:lvl5pPr>
              <a:defRPr sz="2250" b="1">
                <a:solidFill>
                  <a:srgbClr val="72D4C1"/>
                </a:solidFill>
              </a:defRPr>
            </a:lvl5pPr>
            <a:lvl6pPr>
              <a:defRPr sz="2250" b="1">
                <a:solidFill>
                  <a:srgbClr val="72D4C1"/>
                </a:solidFill>
              </a:defRPr>
            </a:lvl6pPr>
            <a:lvl7pPr>
              <a:defRPr sz="2250" b="1">
                <a:solidFill>
                  <a:srgbClr val="72D4C1"/>
                </a:solidFill>
              </a:defRPr>
            </a:lvl7pPr>
            <a:lvl8pPr>
              <a:defRPr sz="2250" b="1">
                <a:solidFill>
                  <a:srgbClr val="72D4C1"/>
                </a:solidFill>
              </a:defRPr>
            </a:lvl8pPr>
            <a:lvl9pPr>
              <a:defRPr sz="2250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72D4C1"/>
                </a:solidFill>
              </a:defRPr>
            </a:pPr>
            <a:r>
              <a:rPr sz="2250" b="1">
                <a:solidFill>
                  <a:srgbClr val="72D4C1"/>
                </a:solidFill>
              </a:rPr>
              <a:t>What changed?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CEBF95-860D-4C2B-8DD6-F1D8C938C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3382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FFFFFF"/>
                </a:solidFill>
              </a:defRPr>
            </a:defPPr>
            <a:lvl1pPr>
              <a:defRPr sz="2025" b="0">
                <a:solidFill>
                  <a:srgbClr val="FFFFFF"/>
                </a:solidFill>
              </a:defRPr>
            </a:lvl1pPr>
            <a:lvl2pPr>
              <a:defRPr sz="2025" b="0">
                <a:solidFill>
                  <a:srgbClr val="FFFFFF"/>
                </a:solidFill>
              </a:defRPr>
            </a:lvl2pPr>
            <a:lvl3pPr>
              <a:defRPr sz="2025" b="0">
                <a:solidFill>
                  <a:srgbClr val="FFFFFF"/>
                </a:solidFill>
              </a:defRPr>
            </a:lvl3pPr>
            <a:lvl4pPr>
              <a:defRPr sz="2025" b="0">
                <a:solidFill>
                  <a:srgbClr val="FFFFFF"/>
                </a:solidFill>
              </a:defRPr>
            </a:lvl4pPr>
            <a:lvl5pPr>
              <a:defRPr sz="2025" b="0">
                <a:solidFill>
                  <a:srgbClr val="FFFFFF"/>
                </a:solidFill>
              </a:defRPr>
            </a:lvl5pPr>
            <a:lvl6pPr>
              <a:defRPr sz="2025" b="0">
                <a:solidFill>
                  <a:srgbClr val="FFFFFF"/>
                </a:solidFill>
              </a:defRPr>
            </a:lvl6pPr>
            <a:lvl7pPr>
              <a:defRPr sz="2025" b="0">
                <a:solidFill>
                  <a:srgbClr val="FFFFFF"/>
                </a:solidFill>
              </a:defRPr>
            </a:lvl7pPr>
            <a:lvl8pPr>
              <a:defRPr sz="2025" b="0">
                <a:solidFill>
                  <a:srgbClr val="FFFFFF"/>
                </a:solidFill>
              </a:defRPr>
            </a:lvl8pPr>
            <a:lvl9pPr>
              <a:defRPr sz="202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FFFFFF"/>
                </a:solidFill>
              </a:defRPr>
            </a:pPr>
            <a:r>
              <a:rPr sz="2025" b="0">
                <a:solidFill>
                  <a:srgbClr val="FFFFFF"/>
                </a:solidFill>
              </a:rPr>
              <a:t>Look for the input, the control, and the visible consequence.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750721-C74E-4D21-A3D0-F54789961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3400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72D4C1"/>
                </a:solidFill>
              </a:defRPr>
            </a:defPPr>
            <a:lvl1pPr>
              <a:defRPr sz="2250" b="1">
                <a:solidFill>
                  <a:srgbClr val="72D4C1"/>
                </a:solidFill>
              </a:defRPr>
            </a:lvl1pPr>
            <a:lvl2pPr>
              <a:defRPr sz="2250" b="1">
                <a:solidFill>
                  <a:srgbClr val="72D4C1"/>
                </a:solidFill>
              </a:defRPr>
            </a:lvl2pPr>
            <a:lvl3pPr>
              <a:defRPr sz="2250" b="1">
                <a:solidFill>
                  <a:srgbClr val="72D4C1"/>
                </a:solidFill>
              </a:defRPr>
            </a:lvl3pPr>
            <a:lvl4pPr>
              <a:defRPr sz="2250" b="1">
                <a:solidFill>
                  <a:srgbClr val="72D4C1"/>
                </a:solidFill>
              </a:defRPr>
            </a:lvl4pPr>
            <a:lvl5pPr>
              <a:defRPr sz="2250" b="1">
                <a:solidFill>
                  <a:srgbClr val="72D4C1"/>
                </a:solidFill>
              </a:defRPr>
            </a:lvl5pPr>
            <a:lvl6pPr>
              <a:defRPr sz="2250" b="1">
                <a:solidFill>
                  <a:srgbClr val="72D4C1"/>
                </a:solidFill>
              </a:defRPr>
            </a:lvl6pPr>
            <a:lvl7pPr>
              <a:defRPr sz="2250" b="1">
                <a:solidFill>
                  <a:srgbClr val="72D4C1"/>
                </a:solidFill>
              </a:defRPr>
            </a:lvl7pPr>
            <a:lvl8pPr>
              <a:defRPr sz="2250" b="1">
                <a:solidFill>
                  <a:srgbClr val="72D4C1"/>
                </a:solidFill>
              </a:defRPr>
            </a:lvl8pPr>
            <a:lvl9pPr>
              <a:defRPr sz="2250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72D4C1"/>
                </a:solidFill>
              </a:defRPr>
            </a:pPr>
            <a:r>
              <a:rPr sz="2250" b="1">
                <a:solidFill>
                  <a:srgbClr val="72D4C1"/>
                </a:solidFill>
              </a:rPr>
              <a:t>Keep one question for discussion.</a:t>
            </a:r>
          </a:p>
        </p:txBody>
      </p:sp>
    </p:spTree>
    <p:extLst>
      <p:ext uri="{BB962C8B-B14F-4D97-AF65-F5344CB8AC3E}">
        <p14:creationId xmlns:p14="http://schemas.microsoft.com/office/powerpoint/2010/main" val="10035342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A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EEC0A1-091C-4375-861F-FD54A715789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e41914ffa442d9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DB358C-31A2-4FFB-85E2-958604E8E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62DFF5"/>
                </a:solidFill>
              </a:defRPr>
            </a:defPPr>
            <a:lvl1pPr>
              <a:defRPr sz="1350" b="1">
                <a:solidFill>
                  <a:srgbClr val="62DFF5"/>
                </a:solidFill>
              </a:defRPr>
            </a:lvl1pPr>
            <a:lvl2pPr>
              <a:defRPr sz="1350" b="1">
                <a:solidFill>
                  <a:srgbClr val="62DFF5"/>
                </a:solidFill>
              </a:defRPr>
            </a:lvl2pPr>
            <a:lvl3pPr>
              <a:defRPr sz="1350" b="1">
                <a:solidFill>
                  <a:srgbClr val="62DFF5"/>
                </a:solidFill>
              </a:defRPr>
            </a:lvl3pPr>
            <a:lvl4pPr>
              <a:defRPr sz="1350" b="1">
                <a:solidFill>
                  <a:srgbClr val="62DFF5"/>
                </a:solidFill>
              </a:defRPr>
            </a:lvl4pPr>
            <a:lvl5pPr>
              <a:defRPr sz="1350" b="1">
                <a:solidFill>
                  <a:srgbClr val="62DFF5"/>
                </a:solidFill>
              </a:defRPr>
            </a:lvl5pPr>
            <a:lvl6pPr>
              <a:defRPr sz="1350" b="1">
                <a:solidFill>
                  <a:srgbClr val="62DFF5"/>
                </a:solidFill>
              </a:defRPr>
            </a:lvl6pPr>
            <a:lvl7pPr>
              <a:defRPr sz="1350" b="1">
                <a:solidFill>
                  <a:srgbClr val="62DFF5"/>
                </a:solidFill>
              </a:defRPr>
            </a:lvl7pPr>
            <a:lvl8pPr>
              <a:defRPr sz="1350" b="1">
                <a:solidFill>
                  <a:srgbClr val="62DFF5"/>
                </a:solidFill>
              </a:defRPr>
            </a:lvl8pPr>
            <a:lvl9pPr>
              <a:defRPr sz="1350" b="1">
                <a:solidFill>
                  <a:srgbClr val="62DFF5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62DFF5"/>
                </a:solidFill>
              </a:defRPr>
            </a:pPr>
            <a:r>
              <a:rPr sz="1350" b="1">
                <a:solidFill>
                  <a:srgbClr val="62DFF5"/>
                </a:solidFill>
              </a:rPr>
              <a:t>6:00–6:15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5E9FB2-07B1-4FF6-A0BE-B02DD21DA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FFFFF"/>
                </a:solidFill>
              </a:defRPr>
            </a:defPPr>
            <a:lvl1pPr>
              <a:defRPr sz="3450" b="1">
                <a:solidFill>
                  <a:srgbClr val="FFFFFF"/>
                </a:solidFill>
              </a:defRPr>
            </a:lvl1pPr>
            <a:lvl2pPr>
              <a:defRPr sz="3450" b="1">
                <a:solidFill>
                  <a:srgbClr val="FFFFFF"/>
                </a:solidFill>
              </a:defRPr>
            </a:lvl2pPr>
            <a:lvl3pPr>
              <a:defRPr sz="3450" b="1">
                <a:solidFill>
                  <a:srgbClr val="FFFFFF"/>
                </a:solidFill>
              </a:defRPr>
            </a:lvl3pPr>
            <a:lvl4pPr>
              <a:defRPr sz="3450" b="1">
                <a:solidFill>
                  <a:srgbClr val="FFFFFF"/>
                </a:solidFill>
              </a:defRPr>
            </a:lvl4pPr>
            <a:lvl5pPr>
              <a:defRPr sz="3450" b="1">
                <a:solidFill>
                  <a:srgbClr val="FFFFFF"/>
                </a:solidFill>
              </a:defRPr>
            </a:lvl5pPr>
            <a:lvl6pPr>
              <a:defRPr sz="3450" b="1">
                <a:solidFill>
                  <a:srgbClr val="FFFFFF"/>
                </a:solidFill>
              </a:defRPr>
            </a:lvl6pPr>
            <a:lvl7pPr>
              <a:defRPr sz="3450" b="1">
                <a:solidFill>
                  <a:srgbClr val="FFFFFF"/>
                </a:solidFill>
              </a:defRPr>
            </a:lvl7pPr>
            <a:lvl8pPr>
              <a:defRPr sz="3450" b="1">
                <a:solidFill>
                  <a:srgbClr val="FFFFFF"/>
                </a:solidFill>
              </a:defRPr>
            </a:lvl8pPr>
            <a:lvl9pPr>
              <a:defRPr sz="34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Break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782DE9-BAAE-450B-9C64-63927A469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C4D3E3"/>
                </a:solidFill>
              </a:defRPr>
            </a:defPPr>
            <a:lvl1pPr>
              <a:defRPr sz="1200" b="0">
                <a:solidFill>
                  <a:srgbClr val="C4D3E3"/>
                </a:solidFill>
              </a:defRPr>
            </a:lvl1pPr>
            <a:lvl2pPr>
              <a:defRPr sz="1200" b="0">
                <a:solidFill>
                  <a:srgbClr val="C4D3E3"/>
                </a:solidFill>
              </a:defRPr>
            </a:lvl2pPr>
            <a:lvl3pPr>
              <a:defRPr sz="1200" b="0">
                <a:solidFill>
                  <a:srgbClr val="C4D3E3"/>
                </a:solidFill>
              </a:defRPr>
            </a:lvl3pPr>
            <a:lvl4pPr>
              <a:defRPr sz="1200" b="0">
                <a:solidFill>
                  <a:srgbClr val="C4D3E3"/>
                </a:solidFill>
              </a:defRPr>
            </a:lvl4pPr>
            <a:lvl5pPr>
              <a:defRPr sz="1200" b="0">
                <a:solidFill>
                  <a:srgbClr val="C4D3E3"/>
                </a:solidFill>
              </a:defRPr>
            </a:lvl5pPr>
            <a:lvl6pPr>
              <a:defRPr sz="1200" b="0">
                <a:solidFill>
                  <a:srgbClr val="C4D3E3"/>
                </a:solidFill>
              </a:defRPr>
            </a:lvl6pPr>
            <a:lvl7pPr>
              <a:defRPr sz="1200" b="0">
                <a:solidFill>
                  <a:srgbClr val="C4D3E3"/>
                </a:solidFill>
              </a:defRPr>
            </a:lvl7pPr>
            <a:lvl8pPr>
              <a:defRPr sz="1200" b="0">
                <a:solidFill>
                  <a:srgbClr val="C4D3E3"/>
                </a:solidFill>
              </a:defRPr>
            </a:lvl8pPr>
            <a:lvl9pPr>
              <a:defRPr sz="1200" b="0">
                <a:solidFill>
                  <a:srgbClr val="C4D3E3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C4D3E3"/>
                </a:solidFill>
              </a:defRPr>
            </a:pPr>
            <a:r>
              <a:rPr sz="1200" b="0">
                <a:solidFill>
                  <a:srgbClr val="C4D3E3"/>
                </a:solidFill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746454-55CE-45D9-AABB-B65759E3B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1047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000" b="1">
                <a:solidFill>
                  <a:srgbClr val="72D4C1"/>
                </a:solidFill>
              </a:defRPr>
            </a:defPPr>
            <a:lvl1pPr>
              <a:defRPr sz="6000" b="1">
                <a:solidFill>
                  <a:srgbClr val="72D4C1"/>
                </a:solidFill>
              </a:defRPr>
            </a:lvl1pPr>
            <a:lvl2pPr>
              <a:defRPr sz="6000" b="1">
                <a:solidFill>
                  <a:srgbClr val="72D4C1"/>
                </a:solidFill>
              </a:defRPr>
            </a:lvl2pPr>
            <a:lvl3pPr>
              <a:defRPr sz="6000" b="1">
                <a:solidFill>
                  <a:srgbClr val="72D4C1"/>
                </a:solidFill>
              </a:defRPr>
            </a:lvl3pPr>
            <a:lvl4pPr>
              <a:defRPr sz="6000" b="1">
                <a:solidFill>
                  <a:srgbClr val="72D4C1"/>
                </a:solidFill>
              </a:defRPr>
            </a:lvl4pPr>
            <a:lvl5pPr>
              <a:defRPr sz="6000" b="1">
                <a:solidFill>
                  <a:srgbClr val="72D4C1"/>
                </a:solidFill>
              </a:defRPr>
            </a:lvl5pPr>
            <a:lvl6pPr>
              <a:defRPr sz="6000" b="1">
                <a:solidFill>
                  <a:srgbClr val="72D4C1"/>
                </a:solidFill>
              </a:defRPr>
            </a:lvl6pPr>
            <a:lvl7pPr>
              <a:defRPr sz="6000" b="1">
                <a:solidFill>
                  <a:srgbClr val="72D4C1"/>
                </a:solidFill>
              </a:defRPr>
            </a:lvl7pPr>
            <a:lvl8pPr>
              <a:defRPr sz="6000" b="1">
                <a:solidFill>
                  <a:srgbClr val="72D4C1"/>
                </a:solidFill>
              </a:defRPr>
            </a:lvl8pPr>
            <a:lvl9pPr>
              <a:defRPr sz="6000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6000" b="1">
                <a:solidFill>
                  <a:srgbClr val="72D4C1"/>
                </a:solidFill>
              </a:defRPr>
            </a:pPr>
            <a:r>
              <a:rPr sz="6000" b="1">
                <a:solidFill>
                  <a:srgbClr val="72D4C1"/>
                </a:solidFill>
              </a:rPr>
              <a:t>Back at 6:15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717F54-F1D9-49C8-8C55-EA6E2FCD7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767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FFFFFF"/>
                </a:solidFill>
              </a:defRPr>
            </a:defPPr>
            <a:lvl1pPr>
              <a:defRPr sz="2400" b="0">
                <a:solidFill>
                  <a:srgbClr val="FFFFFF"/>
                </a:solidFill>
              </a:defRPr>
            </a:lvl1pPr>
            <a:lvl2pPr>
              <a:defRPr sz="2400" b="0">
                <a:solidFill>
                  <a:srgbClr val="FFFFFF"/>
                </a:solidFill>
              </a:defRPr>
            </a:lvl2pPr>
            <a:lvl3pPr>
              <a:defRPr sz="2400" b="0">
                <a:solidFill>
                  <a:srgbClr val="FFFFFF"/>
                </a:solidFill>
              </a:defRPr>
            </a:lvl3pPr>
            <a:lvl4pPr>
              <a:defRPr sz="2400" b="0">
                <a:solidFill>
                  <a:srgbClr val="FFFFFF"/>
                </a:solidFill>
              </a:defRPr>
            </a:lvl4pPr>
            <a:lvl5pPr>
              <a:defRPr sz="2400" b="0">
                <a:solidFill>
                  <a:srgbClr val="FFFFFF"/>
                </a:solidFill>
              </a:defRPr>
            </a:lvl5pPr>
            <a:lvl6pPr>
              <a:defRPr sz="2400" b="0">
                <a:solidFill>
                  <a:srgbClr val="FFFFFF"/>
                </a:solidFill>
              </a:defRPr>
            </a:lvl6pPr>
            <a:lvl7pPr>
              <a:defRPr sz="2400" b="0">
                <a:solidFill>
                  <a:srgbClr val="FFFFFF"/>
                </a:solidFill>
              </a:defRPr>
            </a:lvl7pPr>
            <a:lvl8pPr>
              <a:defRPr sz="2400" b="0">
                <a:solidFill>
                  <a:srgbClr val="FFFFFF"/>
                </a:solidFill>
              </a:defRPr>
            </a:lvl8pPr>
            <a:lvl9pPr>
              <a:defRPr sz="240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FFFFFF"/>
                </a:solidFill>
              </a:defRPr>
            </a:pPr>
            <a:r>
              <a:rPr sz="2400" b="0">
                <a:solidFill>
                  <a:srgbClr val="FFFFFF"/>
                </a:solidFill>
              </a:rPr>
              <a:t>Next: a quick Unreal walkthrough, then your shader lab.</a:t>
            </a:r>
          </a:p>
        </p:txBody>
      </p:sp>
    </p:spTree>
    <p:extLst>
      <p:ext uri="{BB962C8B-B14F-4D97-AF65-F5344CB8AC3E}">
        <p14:creationId xmlns:p14="http://schemas.microsoft.com/office/powerpoint/2010/main" val="9671496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A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C237D1-EB14-4236-B9D4-A0764CFE90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409be270aa4838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20FB99-1C5B-48B5-86DF-DC8142FA2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62DFF5"/>
                </a:solidFill>
              </a:defRPr>
            </a:defPPr>
            <a:lvl1pPr>
              <a:defRPr sz="1350" b="1">
                <a:solidFill>
                  <a:srgbClr val="62DFF5"/>
                </a:solidFill>
              </a:defRPr>
            </a:lvl1pPr>
            <a:lvl2pPr>
              <a:defRPr sz="1350" b="1">
                <a:solidFill>
                  <a:srgbClr val="62DFF5"/>
                </a:solidFill>
              </a:defRPr>
            </a:lvl2pPr>
            <a:lvl3pPr>
              <a:defRPr sz="1350" b="1">
                <a:solidFill>
                  <a:srgbClr val="62DFF5"/>
                </a:solidFill>
              </a:defRPr>
            </a:lvl3pPr>
            <a:lvl4pPr>
              <a:defRPr sz="1350" b="1">
                <a:solidFill>
                  <a:srgbClr val="62DFF5"/>
                </a:solidFill>
              </a:defRPr>
            </a:lvl4pPr>
            <a:lvl5pPr>
              <a:defRPr sz="1350" b="1">
                <a:solidFill>
                  <a:srgbClr val="62DFF5"/>
                </a:solidFill>
              </a:defRPr>
            </a:lvl5pPr>
            <a:lvl6pPr>
              <a:defRPr sz="1350" b="1">
                <a:solidFill>
                  <a:srgbClr val="62DFF5"/>
                </a:solidFill>
              </a:defRPr>
            </a:lvl6pPr>
            <a:lvl7pPr>
              <a:defRPr sz="1350" b="1">
                <a:solidFill>
                  <a:srgbClr val="62DFF5"/>
                </a:solidFill>
              </a:defRPr>
            </a:lvl7pPr>
            <a:lvl8pPr>
              <a:defRPr sz="1350" b="1">
                <a:solidFill>
                  <a:srgbClr val="62DFF5"/>
                </a:solidFill>
              </a:defRPr>
            </a:lvl8pPr>
            <a:lvl9pPr>
              <a:defRPr sz="1350" b="1">
                <a:solidFill>
                  <a:srgbClr val="62DFF5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62DFF5"/>
                </a:solidFill>
              </a:defRPr>
            </a:pPr>
            <a:r>
              <a:rPr sz="1350" b="1">
                <a:solidFill>
                  <a:srgbClr val="62DFF5"/>
                </a:solidFill>
              </a:rPr>
              <a:t>MATERIAL SYSTEMS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BF5684-4633-465B-B385-96B5946B8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FFFFF"/>
                </a:solidFill>
              </a:defRPr>
            </a:defPPr>
            <a:lvl1pPr>
              <a:defRPr sz="3450" b="1">
                <a:solidFill>
                  <a:srgbClr val="FFFFFF"/>
                </a:solidFill>
              </a:defRPr>
            </a:lvl1pPr>
            <a:lvl2pPr>
              <a:defRPr sz="3450" b="1">
                <a:solidFill>
                  <a:srgbClr val="FFFFFF"/>
                </a:solidFill>
              </a:defRPr>
            </a:lvl2pPr>
            <a:lvl3pPr>
              <a:defRPr sz="3450" b="1">
                <a:solidFill>
                  <a:srgbClr val="FFFFFF"/>
                </a:solidFill>
              </a:defRPr>
            </a:lvl3pPr>
            <a:lvl4pPr>
              <a:defRPr sz="3450" b="1">
                <a:solidFill>
                  <a:srgbClr val="FFFFFF"/>
                </a:solidFill>
              </a:defRPr>
            </a:lvl4pPr>
            <a:lvl5pPr>
              <a:defRPr sz="3450" b="1">
                <a:solidFill>
                  <a:srgbClr val="FFFFFF"/>
                </a:solidFill>
              </a:defRPr>
            </a:lvl5pPr>
            <a:lvl6pPr>
              <a:defRPr sz="3450" b="1">
                <a:solidFill>
                  <a:srgbClr val="FFFFFF"/>
                </a:solidFill>
              </a:defRPr>
            </a:lvl6pPr>
            <a:lvl7pPr>
              <a:defRPr sz="3450" b="1">
                <a:solidFill>
                  <a:srgbClr val="FFFFFF"/>
                </a:solidFill>
              </a:defRPr>
            </a:lvl7pPr>
            <a:lvl8pPr>
              <a:defRPr sz="3450" b="1">
                <a:solidFill>
                  <a:srgbClr val="FFFFFF"/>
                </a:solidFill>
              </a:defRPr>
            </a:lvl8pPr>
            <a:lvl9pPr>
              <a:defRPr sz="34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Material, instance and input data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B02C5C-96F6-480C-B1EE-0F93AC02A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C4D3E3"/>
                </a:solidFill>
              </a:defRPr>
            </a:defPPr>
            <a:lvl1pPr>
              <a:defRPr sz="1200" b="0">
                <a:solidFill>
                  <a:srgbClr val="C4D3E3"/>
                </a:solidFill>
              </a:defRPr>
            </a:lvl1pPr>
            <a:lvl2pPr>
              <a:defRPr sz="1200" b="0">
                <a:solidFill>
                  <a:srgbClr val="C4D3E3"/>
                </a:solidFill>
              </a:defRPr>
            </a:lvl2pPr>
            <a:lvl3pPr>
              <a:defRPr sz="1200" b="0">
                <a:solidFill>
                  <a:srgbClr val="C4D3E3"/>
                </a:solidFill>
              </a:defRPr>
            </a:lvl3pPr>
            <a:lvl4pPr>
              <a:defRPr sz="1200" b="0">
                <a:solidFill>
                  <a:srgbClr val="C4D3E3"/>
                </a:solidFill>
              </a:defRPr>
            </a:lvl4pPr>
            <a:lvl5pPr>
              <a:defRPr sz="1200" b="0">
                <a:solidFill>
                  <a:srgbClr val="C4D3E3"/>
                </a:solidFill>
              </a:defRPr>
            </a:lvl5pPr>
            <a:lvl6pPr>
              <a:defRPr sz="1200" b="0">
                <a:solidFill>
                  <a:srgbClr val="C4D3E3"/>
                </a:solidFill>
              </a:defRPr>
            </a:lvl6pPr>
            <a:lvl7pPr>
              <a:defRPr sz="1200" b="0">
                <a:solidFill>
                  <a:srgbClr val="C4D3E3"/>
                </a:solidFill>
              </a:defRPr>
            </a:lvl7pPr>
            <a:lvl8pPr>
              <a:defRPr sz="1200" b="0">
                <a:solidFill>
                  <a:srgbClr val="C4D3E3"/>
                </a:solidFill>
              </a:defRPr>
            </a:lvl8pPr>
            <a:lvl9pPr>
              <a:defRPr sz="1200" b="0">
                <a:solidFill>
                  <a:srgbClr val="C4D3E3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C4D3E3"/>
                </a:solidFill>
              </a:defRPr>
            </a:pPr>
            <a:r>
              <a:rPr sz="1200" b="0">
                <a:solidFill>
                  <a:srgbClr val="C4D3E3"/>
                </a:solidFill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1D7A16-7F8E-497A-B383-B32C0D792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72D4C1"/>
                </a:solidFill>
              </a:defRPr>
            </a:defPPr>
            <a:lvl1pPr>
              <a:defRPr sz="2100" b="1">
                <a:solidFill>
                  <a:srgbClr val="72D4C1"/>
                </a:solidFill>
              </a:defRPr>
            </a:lvl1pPr>
            <a:lvl2pPr>
              <a:defRPr sz="2100" b="1">
                <a:solidFill>
                  <a:srgbClr val="72D4C1"/>
                </a:solidFill>
              </a:defRPr>
            </a:lvl2pPr>
            <a:lvl3pPr>
              <a:defRPr sz="2100" b="1">
                <a:solidFill>
                  <a:srgbClr val="72D4C1"/>
                </a:solidFill>
              </a:defRPr>
            </a:lvl3pPr>
            <a:lvl4pPr>
              <a:defRPr sz="2100" b="1">
                <a:solidFill>
                  <a:srgbClr val="72D4C1"/>
                </a:solidFill>
              </a:defRPr>
            </a:lvl4pPr>
            <a:lvl5pPr>
              <a:defRPr sz="2100" b="1">
                <a:solidFill>
                  <a:srgbClr val="72D4C1"/>
                </a:solidFill>
              </a:defRPr>
            </a:lvl5pPr>
            <a:lvl6pPr>
              <a:defRPr sz="2100" b="1">
                <a:solidFill>
                  <a:srgbClr val="72D4C1"/>
                </a:solidFill>
              </a:defRPr>
            </a:lvl6pPr>
            <a:lvl7pPr>
              <a:defRPr sz="2100" b="1">
                <a:solidFill>
                  <a:srgbClr val="72D4C1"/>
                </a:solidFill>
              </a:defRPr>
            </a:lvl7pPr>
            <a:lvl8pPr>
              <a:defRPr sz="2100" b="1">
                <a:solidFill>
                  <a:srgbClr val="72D4C1"/>
                </a:solidFill>
              </a:defRPr>
            </a:lvl8pPr>
            <a:lvl9pPr>
              <a:defRPr sz="2100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72D4C1"/>
                </a:solidFill>
              </a:defRPr>
            </a:pPr>
            <a:r>
              <a:rPr sz="2100" b="1">
                <a:solidFill>
                  <a:srgbClr val="72D4C1"/>
                </a:solidFill>
              </a:rPr>
              <a:t>Parent material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9A14FB-1EEA-4916-B7D9-691B3B99D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05075"/>
            <a:ext cx="400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FFFFFF"/>
                </a:solidFill>
              </a:defRPr>
            </a:defPPr>
            <a:lvl1pPr>
              <a:defRPr sz="1875" b="0">
                <a:solidFill>
                  <a:srgbClr val="FFFFFF"/>
                </a:solidFill>
              </a:defRPr>
            </a:lvl1pPr>
            <a:lvl2pPr>
              <a:defRPr sz="1875" b="0">
                <a:solidFill>
                  <a:srgbClr val="FFFFFF"/>
                </a:solidFill>
              </a:defRPr>
            </a:lvl2pPr>
            <a:lvl3pPr>
              <a:defRPr sz="1875" b="0">
                <a:solidFill>
                  <a:srgbClr val="FFFFFF"/>
                </a:solidFill>
              </a:defRPr>
            </a:lvl3pPr>
            <a:lvl4pPr>
              <a:defRPr sz="1875" b="0">
                <a:solidFill>
                  <a:srgbClr val="FFFFFF"/>
                </a:solidFill>
              </a:defRPr>
            </a:lvl4pPr>
            <a:lvl5pPr>
              <a:defRPr sz="1875" b="0">
                <a:solidFill>
                  <a:srgbClr val="FFFFFF"/>
                </a:solidFill>
              </a:defRPr>
            </a:lvl5pPr>
            <a:lvl6pPr>
              <a:defRPr sz="1875" b="0">
                <a:solidFill>
                  <a:srgbClr val="FFFFFF"/>
                </a:solidFill>
              </a:defRPr>
            </a:lvl6pPr>
            <a:lvl7pPr>
              <a:defRPr sz="1875" b="0">
                <a:solidFill>
                  <a:srgbClr val="FFFFFF"/>
                </a:solidFill>
              </a:defRPr>
            </a:lvl7pPr>
            <a:lvl8pPr>
              <a:defRPr sz="1875" b="0">
                <a:solidFill>
                  <a:srgbClr val="FFFFFF"/>
                </a:solidFill>
              </a:defRPr>
            </a:lvl8pPr>
            <a:lvl9pPr>
              <a:defRPr sz="187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Defines the surface calculation.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785144-BCEC-40EC-8E46-C91DE8356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72D4C1"/>
                </a:solidFill>
              </a:defRPr>
            </a:defPPr>
            <a:lvl1pPr>
              <a:defRPr sz="2100" b="1">
                <a:solidFill>
                  <a:srgbClr val="72D4C1"/>
                </a:solidFill>
              </a:defRPr>
            </a:lvl1pPr>
            <a:lvl2pPr>
              <a:defRPr sz="2100" b="1">
                <a:solidFill>
                  <a:srgbClr val="72D4C1"/>
                </a:solidFill>
              </a:defRPr>
            </a:lvl2pPr>
            <a:lvl3pPr>
              <a:defRPr sz="2100" b="1">
                <a:solidFill>
                  <a:srgbClr val="72D4C1"/>
                </a:solidFill>
              </a:defRPr>
            </a:lvl3pPr>
            <a:lvl4pPr>
              <a:defRPr sz="2100" b="1">
                <a:solidFill>
                  <a:srgbClr val="72D4C1"/>
                </a:solidFill>
              </a:defRPr>
            </a:lvl4pPr>
            <a:lvl5pPr>
              <a:defRPr sz="2100" b="1">
                <a:solidFill>
                  <a:srgbClr val="72D4C1"/>
                </a:solidFill>
              </a:defRPr>
            </a:lvl5pPr>
            <a:lvl6pPr>
              <a:defRPr sz="2100" b="1">
                <a:solidFill>
                  <a:srgbClr val="72D4C1"/>
                </a:solidFill>
              </a:defRPr>
            </a:lvl6pPr>
            <a:lvl7pPr>
              <a:defRPr sz="2100" b="1">
                <a:solidFill>
                  <a:srgbClr val="72D4C1"/>
                </a:solidFill>
              </a:defRPr>
            </a:lvl7pPr>
            <a:lvl8pPr>
              <a:defRPr sz="2100" b="1">
                <a:solidFill>
                  <a:srgbClr val="72D4C1"/>
                </a:solidFill>
              </a:defRPr>
            </a:lvl8pPr>
            <a:lvl9pPr>
              <a:defRPr sz="2100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72D4C1"/>
                </a:solidFill>
              </a:defRPr>
            </a:pPr>
            <a:r>
              <a:rPr sz="2100" b="1">
                <a:solidFill>
                  <a:srgbClr val="72D4C1"/>
                </a:solidFill>
              </a:rPr>
              <a:t>Material instance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3132BF-D590-43E0-942E-D2F10DE8E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3325"/>
            <a:ext cx="400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FFFFFF"/>
                </a:solidFill>
              </a:defRPr>
            </a:defPPr>
            <a:lvl1pPr>
              <a:defRPr sz="1875" b="0">
                <a:solidFill>
                  <a:srgbClr val="FFFFFF"/>
                </a:solidFill>
              </a:defRPr>
            </a:lvl1pPr>
            <a:lvl2pPr>
              <a:defRPr sz="1875" b="0">
                <a:solidFill>
                  <a:srgbClr val="FFFFFF"/>
                </a:solidFill>
              </a:defRPr>
            </a:lvl2pPr>
            <a:lvl3pPr>
              <a:defRPr sz="1875" b="0">
                <a:solidFill>
                  <a:srgbClr val="FFFFFF"/>
                </a:solidFill>
              </a:defRPr>
            </a:lvl3pPr>
            <a:lvl4pPr>
              <a:defRPr sz="1875" b="0">
                <a:solidFill>
                  <a:srgbClr val="FFFFFF"/>
                </a:solidFill>
              </a:defRPr>
            </a:lvl4pPr>
            <a:lvl5pPr>
              <a:defRPr sz="1875" b="0">
                <a:solidFill>
                  <a:srgbClr val="FFFFFF"/>
                </a:solidFill>
              </a:defRPr>
            </a:lvl5pPr>
            <a:lvl6pPr>
              <a:defRPr sz="1875" b="0">
                <a:solidFill>
                  <a:srgbClr val="FFFFFF"/>
                </a:solidFill>
              </a:defRPr>
            </a:lvl6pPr>
            <a:lvl7pPr>
              <a:defRPr sz="1875" b="0">
                <a:solidFill>
                  <a:srgbClr val="FFFFFF"/>
                </a:solidFill>
              </a:defRPr>
            </a:lvl7pPr>
            <a:lvl8pPr>
              <a:defRPr sz="1875" b="0">
                <a:solidFill>
                  <a:srgbClr val="FFFFFF"/>
                </a:solidFill>
              </a:defRPr>
            </a:lvl8pPr>
            <a:lvl9pPr>
              <a:defRPr sz="187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Stores overrides of exposed controls.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0B8D2F-AB24-4E33-9F39-5E7441D23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72D4C1"/>
                </a:solidFill>
              </a:defRPr>
            </a:defPPr>
            <a:lvl1pPr>
              <a:defRPr sz="2100" b="1">
                <a:solidFill>
                  <a:srgbClr val="72D4C1"/>
                </a:solidFill>
              </a:defRPr>
            </a:lvl1pPr>
            <a:lvl2pPr>
              <a:defRPr sz="2100" b="1">
                <a:solidFill>
                  <a:srgbClr val="72D4C1"/>
                </a:solidFill>
              </a:defRPr>
            </a:lvl2pPr>
            <a:lvl3pPr>
              <a:defRPr sz="2100" b="1">
                <a:solidFill>
                  <a:srgbClr val="72D4C1"/>
                </a:solidFill>
              </a:defRPr>
            </a:lvl3pPr>
            <a:lvl4pPr>
              <a:defRPr sz="2100" b="1">
                <a:solidFill>
                  <a:srgbClr val="72D4C1"/>
                </a:solidFill>
              </a:defRPr>
            </a:lvl4pPr>
            <a:lvl5pPr>
              <a:defRPr sz="2100" b="1">
                <a:solidFill>
                  <a:srgbClr val="72D4C1"/>
                </a:solidFill>
              </a:defRPr>
            </a:lvl5pPr>
            <a:lvl6pPr>
              <a:defRPr sz="2100" b="1">
                <a:solidFill>
                  <a:srgbClr val="72D4C1"/>
                </a:solidFill>
              </a:defRPr>
            </a:lvl6pPr>
            <a:lvl7pPr>
              <a:defRPr sz="2100" b="1">
                <a:solidFill>
                  <a:srgbClr val="72D4C1"/>
                </a:solidFill>
              </a:defRPr>
            </a:lvl7pPr>
            <a:lvl8pPr>
              <a:defRPr sz="2100" b="1">
                <a:solidFill>
                  <a:srgbClr val="72D4C1"/>
                </a:solidFill>
              </a:defRPr>
            </a:lvl8pPr>
            <a:lvl9pPr>
              <a:defRPr sz="2100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72D4C1"/>
                </a:solidFill>
              </a:defRPr>
            </a:pPr>
            <a:r>
              <a:rPr sz="2100" b="1">
                <a:solidFill>
                  <a:srgbClr val="72D4C1"/>
                </a:solidFill>
              </a:rPr>
              <a:t>Texture + mesh data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8EA4E5-6796-41FA-B2BF-58930730B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81575"/>
            <a:ext cx="400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FFFFFF"/>
                </a:solidFill>
              </a:defRPr>
            </a:defPPr>
            <a:lvl1pPr>
              <a:defRPr sz="1875" b="0">
                <a:solidFill>
                  <a:srgbClr val="FFFFFF"/>
                </a:solidFill>
              </a:defRPr>
            </a:lvl1pPr>
            <a:lvl2pPr>
              <a:defRPr sz="1875" b="0">
                <a:solidFill>
                  <a:srgbClr val="FFFFFF"/>
                </a:solidFill>
              </a:defRPr>
            </a:lvl2pPr>
            <a:lvl3pPr>
              <a:defRPr sz="1875" b="0">
                <a:solidFill>
                  <a:srgbClr val="FFFFFF"/>
                </a:solidFill>
              </a:defRPr>
            </a:lvl3pPr>
            <a:lvl4pPr>
              <a:defRPr sz="1875" b="0">
                <a:solidFill>
                  <a:srgbClr val="FFFFFF"/>
                </a:solidFill>
              </a:defRPr>
            </a:lvl4pPr>
            <a:lvl5pPr>
              <a:defRPr sz="1875" b="0">
                <a:solidFill>
                  <a:srgbClr val="FFFFFF"/>
                </a:solidFill>
              </a:defRPr>
            </a:lvl5pPr>
            <a:lvl6pPr>
              <a:defRPr sz="1875" b="0">
                <a:solidFill>
                  <a:srgbClr val="FFFFFF"/>
                </a:solidFill>
              </a:defRPr>
            </a:lvl6pPr>
            <a:lvl7pPr>
              <a:defRPr sz="1875" b="0">
                <a:solidFill>
                  <a:srgbClr val="FFFFFF"/>
                </a:solidFill>
              </a:defRPr>
            </a:lvl7pPr>
            <a:lvl8pPr>
              <a:defRPr sz="1875" b="0">
                <a:solidFill>
                  <a:srgbClr val="FFFFFF"/>
                </a:solidFill>
              </a:defRPr>
            </a:lvl8pPr>
            <a:lvl9pPr>
              <a:defRPr sz="187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Check channels, UVs and color space.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0D3AFD-C694-4267-B396-95521B6D60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5705ac628846c7"/>
          <a:stretch xmlns:a="http://schemas.openxmlformats.org/drawingml/2006/main"/>
        </p:blipFill>
        <p:spPr>
          <a:xfrm xmlns:a="http://schemas.openxmlformats.org/drawingml/2006/main">
            <a:off x="4857750" y="2013942"/>
            <a:ext cx="6724650" cy="3782616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7423A6-919C-4792-95ED-4CE3581FF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953125"/>
            <a:ext cx="672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72D4C1"/>
                </a:solidFill>
              </a:defRPr>
            </a:defPPr>
            <a:lvl1pPr>
              <a:defRPr sz="1875" b="1">
                <a:solidFill>
                  <a:srgbClr val="72D4C1"/>
                </a:solidFill>
              </a:defRPr>
            </a:lvl1pPr>
            <a:lvl2pPr>
              <a:defRPr sz="1875" b="1">
                <a:solidFill>
                  <a:srgbClr val="72D4C1"/>
                </a:solidFill>
              </a:defRPr>
            </a:lvl2pPr>
            <a:lvl3pPr>
              <a:defRPr sz="1875" b="1">
                <a:solidFill>
                  <a:srgbClr val="72D4C1"/>
                </a:solidFill>
              </a:defRPr>
            </a:lvl3pPr>
            <a:lvl4pPr>
              <a:defRPr sz="1875" b="1">
                <a:solidFill>
                  <a:srgbClr val="72D4C1"/>
                </a:solidFill>
              </a:defRPr>
            </a:lvl4pPr>
            <a:lvl5pPr>
              <a:defRPr sz="1875" b="1">
                <a:solidFill>
                  <a:srgbClr val="72D4C1"/>
                </a:solidFill>
              </a:defRPr>
            </a:lvl5pPr>
            <a:lvl6pPr>
              <a:defRPr sz="1875" b="1">
                <a:solidFill>
                  <a:srgbClr val="72D4C1"/>
                </a:solidFill>
              </a:defRPr>
            </a:lvl6pPr>
            <a:lvl7pPr>
              <a:defRPr sz="1875" b="1">
                <a:solidFill>
                  <a:srgbClr val="72D4C1"/>
                </a:solidFill>
              </a:defRPr>
            </a:lvl7pPr>
            <a:lvl8pPr>
              <a:defRPr sz="1875" b="1">
                <a:solidFill>
                  <a:srgbClr val="72D4C1"/>
                </a:solidFill>
              </a:defRPr>
            </a:lvl8pPr>
            <a:lvl9pPr>
              <a:defRPr sz="1875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72D4C1"/>
                </a:solidFill>
              </a:defRPr>
            </a:pPr>
            <a:r>
              <a:rPr sz="1875" b="1">
                <a:solidFill>
                  <a:srgbClr val="72D4C1"/>
                </a:solidFill>
              </a:rPr>
              <a:t>One parent • twelve surface variants</a:t>
            </a:r>
          </a:p>
        </p:txBody>
      </p:sp>
    </p:spTree>
    <p:extLst>
      <p:ext uri="{BB962C8B-B14F-4D97-AF65-F5344CB8AC3E}">
        <p14:creationId xmlns:p14="http://schemas.microsoft.com/office/powerpoint/2010/main" val="19301928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A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07FFF6-94A0-4C4C-A6B7-0583F12C40A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da9d531b2446b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B0521B-FA4C-4E5A-A4EB-15E1D5B4E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62DFF5"/>
                </a:solidFill>
              </a:defRPr>
            </a:defPPr>
            <a:lvl1pPr>
              <a:defRPr sz="1350" b="1">
                <a:solidFill>
                  <a:srgbClr val="62DFF5"/>
                </a:solidFill>
              </a:defRPr>
            </a:lvl1pPr>
            <a:lvl2pPr>
              <a:defRPr sz="1350" b="1">
                <a:solidFill>
                  <a:srgbClr val="62DFF5"/>
                </a:solidFill>
              </a:defRPr>
            </a:lvl2pPr>
            <a:lvl3pPr>
              <a:defRPr sz="1350" b="1">
                <a:solidFill>
                  <a:srgbClr val="62DFF5"/>
                </a:solidFill>
              </a:defRPr>
            </a:lvl3pPr>
            <a:lvl4pPr>
              <a:defRPr sz="1350" b="1">
                <a:solidFill>
                  <a:srgbClr val="62DFF5"/>
                </a:solidFill>
              </a:defRPr>
            </a:lvl4pPr>
            <a:lvl5pPr>
              <a:defRPr sz="1350" b="1">
                <a:solidFill>
                  <a:srgbClr val="62DFF5"/>
                </a:solidFill>
              </a:defRPr>
            </a:lvl5pPr>
            <a:lvl6pPr>
              <a:defRPr sz="1350" b="1">
                <a:solidFill>
                  <a:srgbClr val="62DFF5"/>
                </a:solidFill>
              </a:defRPr>
            </a:lvl6pPr>
            <a:lvl7pPr>
              <a:defRPr sz="1350" b="1">
                <a:solidFill>
                  <a:srgbClr val="62DFF5"/>
                </a:solidFill>
              </a:defRPr>
            </a:lvl7pPr>
            <a:lvl8pPr>
              <a:defRPr sz="1350" b="1">
                <a:solidFill>
                  <a:srgbClr val="62DFF5"/>
                </a:solidFill>
              </a:defRPr>
            </a:lvl8pPr>
            <a:lvl9pPr>
              <a:defRPr sz="1350" b="1">
                <a:solidFill>
                  <a:srgbClr val="62DFF5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62DFF5"/>
                </a:solidFill>
              </a:defRPr>
            </a:pPr>
            <a:r>
              <a:rPr sz="1350" b="1">
                <a:solidFill>
                  <a:srgbClr val="62DFF5"/>
                </a:solidFill>
              </a:rPr>
              <a:t>SURFACE CONTROLS · MASTER → FUNCTION → INSTANCE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40653D-260F-408E-AC29-ABF212C15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FFFFF"/>
                </a:solidFill>
              </a:defRPr>
            </a:defPPr>
            <a:lvl1pPr>
              <a:defRPr sz="3150" b="1">
                <a:solidFill>
                  <a:srgbClr val="FFFFFF"/>
                </a:solidFill>
              </a:defRPr>
            </a:lvl1pPr>
            <a:lvl2pPr>
              <a:defRPr sz="3150" b="1">
                <a:solidFill>
                  <a:srgbClr val="FFFFFF"/>
                </a:solidFill>
              </a:defRPr>
            </a:lvl2pPr>
            <a:lvl3pPr>
              <a:defRPr sz="3150" b="1">
                <a:solidFill>
                  <a:srgbClr val="FFFFFF"/>
                </a:solidFill>
              </a:defRPr>
            </a:lvl3pPr>
            <a:lvl4pPr>
              <a:defRPr sz="3150" b="1">
                <a:solidFill>
                  <a:srgbClr val="FFFFFF"/>
                </a:solidFill>
              </a:defRPr>
            </a:lvl4pPr>
            <a:lvl5pPr>
              <a:defRPr sz="3150" b="1">
                <a:solidFill>
                  <a:srgbClr val="FFFFFF"/>
                </a:solidFill>
              </a:defRPr>
            </a:lvl5pPr>
            <a:lvl6pPr>
              <a:defRPr sz="3150" b="1">
                <a:solidFill>
                  <a:srgbClr val="FFFFFF"/>
                </a:solidFill>
              </a:defRPr>
            </a:lvl6pPr>
            <a:lvl7pPr>
              <a:defRPr sz="3150" b="1">
                <a:solidFill>
                  <a:srgbClr val="FFFFFF"/>
                </a:solidFill>
              </a:defRPr>
            </a:lvl7pPr>
            <a:lvl8pPr>
              <a:defRPr sz="3150" b="1">
                <a:solidFill>
                  <a:srgbClr val="FFFFFF"/>
                </a:solidFill>
              </a:defRPr>
            </a:lvl8pPr>
            <a:lvl9pPr>
              <a:defRPr sz="31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Roughness: graph and artist controls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4B1913-7B87-4B64-B3FA-103BE22EB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C4D3E3"/>
                </a:solidFill>
              </a:defRPr>
            </a:defPPr>
            <a:lvl1pPr>
              <a:defRPr sz="1200" b="0">
                <a:solidFill>
                  <a:srgbClr val="C4D3E3"/>
                </a:solidFill>
              </a:defRPr>
            </a:lvl1pPr>
            <a:lvl2pPr>
              <a:defRPr sz="1200" b="0">
                <a:solidFill>
                  <a:srgbClr val="C4D3E3"/>
                </a:solidFill>
              </a:defRPr>
            </a:lvl2pPr>
            <a:lvl3pPr>
              <a:defRPr sz="1200" b="0">
                <a:solidFill>
                  <a:srgbClr val="C4D3E3"/>
                </a:solidFill>
              </a:defRPr>
            </a:lvl3pPr>
            <a:lvl4pPr>
              <a:defRPr sz="1200" b="0">
                <a:solidFill>
                  <a:srgbClr val="C4D3E3"/>
                </a:solidFill>
              </a:defRPr>
            </a:lvl4pPr>
            <a:lvl5pPr>
              <a:defRPr sz="1200" b="0">
                <a:solidFill>
                  <a:srgbClr val="C4D3E3"/>
                </a:solidFill>
              </a:defRPr>
            </a:lvl5pPr>
            <a:lvl6pPr>
              <a:defRPr sz="1200" b="0">
                <a:solidFill>
                  <a:srgbClr val="C4D3E3"/>
                </a:solidFill>
              </a:defRPr>
            </a:lvl6pPr>
            <a:lvl7pPr>
              <a:defRPr sz="1200" b="0">
                <a:solidFill>
                  <a:srgbClr val="C4D3E3"/>
                </a:solidFill>
              </a:defRPr>
            </a:lvl7pPr>
            <a:lvl8pPr>
              <a:defRPr sz="1200" b="0">
                <a:solidFill>
                  <a:srgbClr val="C4D3E3"/>
                </a:solidFill>
              </a:defRPr>
            </a:lvl8pPr>
            <a:lvl9pPr>
              <a:defRPr sz="1200" b="0">
                <a:solidFill>
                  <a:srgbClr val="C4D3E3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C4D3E3"/>
                </a:solidFill>
              </a:defRPr>
            </a:pPr>
            <a:r>
              <a:rPr sz="1200" b="0">
                <a:solidFill>
                  <a:srgbClr val="C4D3E3"/>
                </a:solidFill>
              </a:rPr>
              <a:t>6A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5EDB33-78B1-4589-907D-BF6CE132E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C4D3E3"/>
                </a:solidFill>
              </a:defRPr>
            </a:defPPr>
            <a:lvl1pPr>
              <a:defRPr sz="1875" b="0">
                <a:solidFill>
                  <a:srgbClr val="C4D3E3"/>
                </a:solidFill>
              </a:defRPr>
            </a:lvl1pPr>
            <a:lvl2pPr>
              <a:defRPr sz="1875" b="0">
                <a:solidFill>
                  <a:srgbClr val="C4D3E3"/>
                </a:solidFill>
              </a:defRPr>
            </a:lvl2pPr>
            <a:lvl3pPr>
              <a:defRPr sz="1875" b="0">
                <a:solidFill>
                  <a:srgbClr val="C4D3E3"/>
                </a:solidFill>
              </a:defRPr>
            </a:lvl3pPr>
            <a:lvl4pPr>
              <a:defRPr sz="1875" b="0">
                <a:solidFill>
                  <a:srgbClr val="C4D3E3"/>
                </a:solidFill>
              </a:defRPr>
            </a:lvl4pPr>
            <a:lvl5pPr>
              <a:defRPr sz="1875" b="0">
                <a:solidFill>
                  <a:srgbClr val="C4D3E3"/>
                </a:solidFill>
              </a:defRPr>
            </a:lvl5pPr>
            <a:lvl6pPr>
              <a:defRPr sz="1875" b="0">
                <a:solidFill>
                  <a:srgbClr val="C4D3E3"/>
                </a:solidFill>
              </a:defRPr>
            </a:lvl6pPr>
            <a:lvl7pPr>
              <a:defRPr sz="1875" b="0">
                <a:solidFill>
                  <a:srgbClr val="C4D3E3"/>
                </a:solidFill>
              </a:defRPr>
            </a:lvl7pPr>
            <a:lvl8pPr>
              <a:defRPr sz="1875" b="0">
                <a:solidFill>
                  <a:srgbClr val="C4D3E3"/>
                </a:solidFill>
              </a:defRPr>
            </a:lvl8pPr>
            <a:lvl9pPr>
              <a:defRPr sz="1875" b="0">
                <a:solidFill>
                  <a:srgbClr val="C4D3E3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C4D3E3"/>
                </a:solidFill>
              </a:defRPr>
            </a:pPr>
            <a:r>
              <a:rPr sz="1875" b="0">
                <a:solidFill>
                  <a:srgbClr val="C4D3E3"/>
                </a:solidFill>
              </a:rPr>
              <a:t>MF_W09_Roughness · active signal path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42CA52-7066-42FA-90AE-E4C7566E6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47925"/>
            <a:ext cx="24574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D40"/>
          </a:solidFill>
          <a:ln xmlns:a="http://schemas.openxmlformats.org/drawingml/2006/main" w="9525">
            <a:solidFill>
              <a:srgbClr val="38566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E3DC41-37E7-49EA-A903-4C4ABA9CB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81275"/>
            <a:ext cx="2076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72D4C1"/>
                </a:solidFill>
              </a:defRPr>
            </a:defPPr>
            <a:lvl1pPr>
              <a:defRPr sz="2100" b="1">
                <a:solidFill>
                  <a:srgbClr val="72D4C1"/>
                </a:solidFill>
              </a:defRPr>
            </a:lvl1pPr>
            <a:lvl2pPr>
              <a:defRPr sz="2100" b="1">
                <a:solidFill>
                  <a:srgbClr val="72D4C1"/>
                </a:solidFill>
              </a:defRPr>
            </a:lvl2pPr>
            <a:lvl3pPr>
              <a:defRPr sz="2100" b="1">
                <a:solidFill>
                  <a:srgbClr val="72D4C1"/>
                </a:solidFill>
              </a:defRPr>
            </a:lvl3pPr>
            <a:lvl4pPr>
              <a:defRPr sz="2100" b="1">
                <a:solidFill>
                  <a:srgbClr val="72D4C1"/>
                </a:solidFill>
              </a:defRPr>
            </a:lvl4pPr>
            <a:lvl5pPr>
              <a:defRPr sz="2100" b="1">
                <a:solidFill>
                  <a:srgbClr val="72D4C1"/>
                </a:solidFill>
              </a:defRPr>
            </a:lvl5pPr>
            <a:lvl6pPr>
              <a:defRPr sz="2100" b="1">
                <a:solidFill>
                  <a:srgbClr val="72D4C1"/>
                </a:solidFill>
              </a:defRPr>
            </a:lvl6pPr>
            <a:lvl7pPr>
              <a:defRPr sz="2100" b="1">
                <a:solidFill>
                  <a:srgbClr val="72D4C1"/>
                </a:solidFill>
              </a:defRPr>
            </a:lvl7pPr>
            <a:lvl8pPr>
              <a:defRPr sz="2100" b="1">
                <a:solidFill>
                  <a:srgbClr val="72D4C1"/>
                </a:solidFill>
              </a:defRPr>
            </a:lvl8pPr>
            <a:lvl9pPr>
              <a:defRPr sz="2100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72D4C1"/>
                </a:solidFill>
              </a:defRPr>
            </a:pPr>
            <a:r>
              <a:rPr sz="2100" b="1">
                <a:solidFill>
                  <a:srgbClr val="72D4C1"/>
                </a:solidFill>
              </a:rPr>
              <a:t>Sample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5DF48C-58F9-425C-B803-53D9486C3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67050"/>
            <a:ext cx="2076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FFFFFF"/>
                </a:solidFill>
              </a:defRPr>
            </a:defPPr>
            <a:lvl1pPr>
              <a:defRPr sz="1950" b="0">
                <a:solidFill>
                  <a:srgbClr val="FFFFFF"/>
                </a:solidFill>
              </a:defRPr>
            </a:lvl1pPr>
            <a:lvl2pPr>
              <a:defRPr sz="1950" b="0">
                <a:solidFill>
                  <a:srgbClr val="FFFFFF"/>
                </a:solidFill>
              </a:defRPr>
            </a:lvl2pPr>
            <a:lvl3pPr>
              <a:defRPr sz="1950" b="0">
                <a:solidFill>
                  <a:srgbClr val="FFFFFF"/>
                </a:solidFill>
              </a:defRPr>
            </a:lvl3pPr>
            <a:lvl4pPr>
              <a:defRPr sz="1950" b="0">
                <a:solidFill>
                  <a:srgbClr val="FFFFFF"/>
                </a:solidFill>
              </a:defRPr>
            </a:lvl4pPr>
            <a:lvl5pPr>
              <a:defRPr sz="1950" b="0">
                <a:solidFill>
                  <a:srgbClr val="FFFFFF"/>
                </a:solidFill>
              </a:defRPr>
            </a:lvl5pPr>
            <a:lvl6pPr>
              <a:defRPr sz="1950" b="0">
                <a:solidFill>
                  <a:srgbClr val="FFFFFF"/>
                </a:solidFill>
              </a:defRPr>
            </a:lvl6pPr>
            <a:lvl7pPr>
              <a:defRPr sz="1950" b="0">
                <a:solidFill>
                  <a:srgbClr val="FFFFFF"/>
                </a:solidFill>
              </a:defRPr>
            </a:lvl7pPr>
            <a:lvl8pPr>
              <a:defRPr sz="1950" b="0">
                <a:solidFill>
                  <a:srgbClr val="FFFFFF"/>
                </a:solidFill>
              </a:defRPr>
            </a:lvl8pPr>
            <a:lvl9pPr>
              <a:defRPr sz="195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FFFFFF"/>
                </a:solidFill>
              </a:defRPr>
            </a:pPr>
            <a:r>
              <a:rPr sz="1950" b="0">
                <a:solidFill>
                  <a:srgbClr val="FFFFFF"/>
                </a:solidFill>
              </a:rPr>
              <a:t>R or ORM 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B742D0-772F-402D-9DAB-F81D4F4A2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800350"/>
            <a:ext cx="323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72D4C1"/>
                </a:solidFill>
              </a:defRPr>
            </a:defPPr>
            <a:lvl1pPr>
              <a:defRPr sz="2400" b="1">
                <a:solidFill>
                  <a:srgbClr val="72D4C1"/>
                </a:solidFill>
              </a:defRPr>
            </a:lvl1pPr>
            <a:lvl2pPr>
              <a:defRPr sz="2400" b="1">
                <a:solidFill>
                  <a:srgbClr val="72D4C1"/>
                </a:solidFill>
              </a:defRPr>
            </a:lvl2pPr>
            <a:lvl3pPr>
              <a:defRPr sz="2400" b="1">
                <a:solidFill>
                  <a:srgbClr val="72D4C1"/>
                </a:solidFill>
              </a:defRPr>
            </a:lvl3pPr>
            <a:lvl4pPr>
              <a:defRPr sz="2400" b="1">
                <a:solidFill>
                  <a:srgbClr val="72D4C1"/>
                </a:solidFill>
              </a:defRPr>
            </a:lvl4pPr>
            <a:lvl5pPr>
              <a:defRPr sz="2400" b="1">
                <a:solidFill>
                  <a:srgbClr val="72D4C1"/>
                </a:solidFill>
              </a:defRPr>
            </a:lvl5pPr>
            <a:lvl6pPr>
              <a:defRPr sz="2400" b="1">
                <a:solidFill>
                  <a:srgbClr val="72D4C1"/>
                </a:solidFill>
              </a:defRPr>
            </a:lvl6pPr>
            <a:lvl7pPr>
              <a:defRPr sz="2400" b="1">
                <a:solidFill>
                  <a:srgbClr val="72D4C1"/>
                </a:solidFill>
              </a:defRPr>
            </a:lvl7pPr>
            <a:lvl8pPr>
              <a:defRPr sz="2400" b="1">
                <a:solidFill>
                  <a:srgbClr val="72D4C1"/>
                </a:solidFill>
              </a:defRPr>
            </a:lvl8pPr>
            <a:lvl9pPr>
              <a:defRPr sz="2400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72D4C1"/>
                </a:solidFill>
              </a:defRPr>
            </a:pPr>
            <a:r>
              <a:rPr sz="2400" b="1">
                <a:solidFill>
                  <a:srgbClr val="72D4C1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5E7512-40AC-4B5C-BEF1-543EEE27C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47925"/>
            <a:ext cx="24574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D40"/>
          </a:solidFill>
          <a:ln xmlns:a="http://schemas.openxmlformats.org/drawingml/2006/main" w="9525">
            <a:solidFill>
              <a:srgbClr val="38566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7DA7C2-6B03-4246-957E-4E3280D76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581275"/>
            <a:ext cx="2076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72D4C1"/>
                </a:solidFill>
              </a:defRPr>
            </a:defPPr>
            <a:lvl1pPr>
              <a:defRPr sz="2100" b="1">
                <a:solidFill>
                  <a:srgbClr val="72D4C1"/>
                </a:solidFill>
              </a:defRPr>
            </a:lvl1pPr>
            <a:lvl2pPr>
              <a:defRPr sz="2100" b="1">
                <a:solidFill>
                  <a:srgbClr val="72D4C1"/>
                </a:solidFill>
              </a:defRPr>
            </a:lvl2pPr>
            <a:lvl3pPr>
              <a:defRPr sz="2100" b="1">
                <a:solidFill>
                  <a:srgbClr val="72D4C1"/>
                </a:solidFill>
              </a:defRPr>
            </a:lvl3pPr>
            <a:lvl4pPr>
              <a:defRPr sz="2100" b="1">
                <a:solidFill>
                  <a:srgbClr val="72D4C1"/>
                </a:solidFill>
              </a:defRPr>
            </a:lvl4pPr>
            <a:lvl5pPr>
              <a:defRPr sz="2100" b="1">
                <a:solidFill>
                  <a:srgbClr val="72D4C1"/>
                </a:solidFill>
              </a:defRPr>
            </a:lvl5pPr>
            <a:lvl6pPr>
              <a:defRPr sz="2100" b="1">
                <a:solidFill>
                  <a:srgbClr val="72D4C1"/>
                </a:solidFill>
              </a:defRPr>
            </a:lvl6pPr>
            <a:lvl7pPr>
              <a:defRPr sz="2100" b="1">
                <a:solidFill>
                  <a:srgbClr val="72D4C1"/>
                </a:solidFill>
              </a:defRPr>
            </a:lvl7pPr>
            <a:lvl8pPr>
              <a:defRPr sz="2100" b="1">
                <a:solidFill>
                  <a:srgbClr val="72D4C1"/>
                </a:solidFill>
              </a:defRPr>
            </a:lvl8pPr>
            <a:lvl9pPr>
              <a:defRPr sz="2100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72D4C1"/>
                </a:solidFill>
              </a:defRPr>
            </a:pPr>
            <a:r>
              <a:rPr sz="2100" b="1">
                <a:solidFill>
                  <a:srgbClr val="72D4C1"/>
                </a:solidFill>
              </a:rPr>
              <a:t>Lerp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86C246-25AC-4622-8FAB-35D38534B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067050"/>
            <a:ext cx="2076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FFFFFF"/>
                </a:solidFill>
              </a:defRPr>
            </a:defPPr>
            <a:lvl1pPr>
              <a:defRPr sz="1950" b="0">
                <a:solidFill>
                  <a:srgbClr val="FFFFFF"/>
                </a:solidFill>
              </a:defRPr>
            </a:lvl1pPr>
            <a:lvl2pPr>
              <a:defRPr sz="1950" b="0">
                <a:solidFill>
                  <a:srgbClr val="FFFFFF"/>
                </a:solidFill>
              </a:defRPr>
            </a:lvl2pPr>
            <a:lvl3pPr>
              <a:defRPr sz="1950" b="0">
                <a:solidFill>
                  <a:srgbClr val="FFFFFF"/>
                </a:solidFill>
              </a:defRPr>
            </a:lvl3pPr>
            <a:lvl4pPr>
              <a:defRPr sz="1950" b="0">
                <a:solidFill>
                  <a:srgbClr val="FFFFFF"/>
                </a:solidFill>
              </a:defRPr>
            </a:lvl4pPr>
            <a:lvl5pPr>
              <a:defRPr sz="1950" b="0">
                <a:solidFill>
                  <a:srgbClr val="FFFFFF"/>
                </a:solidFill>
              </a:defRPr>
            </a:lvl5pPr>
            <a:lvl6pPr>
              <a:defRPr sz="1950" b="0">
                <a:solidFill>
                  <a:srgbClr val="FFFFFF"/>
                </a:solidFill>
              </a:defRPr>
            </a:lvl6pPr>
            <a:lvl7pPr>
              <a:defRPr sz="1950" b="0">
                <a:solidFill>
                  <a:srgbClr val="FFFFFF"/>
                </a:solidFill>
              </a:defRPr>
            </a:lvl7pPr>
            <a:lvl8pPr>
              <a:defRPr sz="1950" b="0">
                <a:solidFill>
                  <a:srgbClr val="FFFFFF"/>
                </a:solidFill>
              </a:defRPr>
            </a:lvl8pPr>
            <a:lvl9pPr>
              <a:defRPr sz="195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FFFFFF"/>
                </a:solidFill>
              </a:defRPr>
            </a:pPr>
            <a:r>
              <a:rPr sz="1950" b="0">
                <a:solidFill>
                  <a:srgbClr val="FFFFFF"/>
                </a:solidFill>
              </a:rPr>
              <a:t>Min / Max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7730D2-4778-4673-85A6-B6F962FD5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800350"/>
            <a:ext cx="323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72D4C1"/>
                </a:solidFill>
              </a:defRPr>
            </a:defPPr>
            <a:lvl1pPr>
              <a:defRPr sz="2400" b="1">
                <a:solidFill>
                  <a:srgbClr val="72D4C1"/>
                </a:solidFill>
              </a:defRPr>
            </a:lvl1pPr>
            <a:lvl2pPr>
              <a:defRPr sz="2400" b="1">
                <a:solidFill>
                  <a:srgbClr val="72D4C1"/>
                </a:solidFill>
              </a:defRPr>
            </a:lvl2pPr>
            <a:lvl3pPr>
              <a:defRPr sz="2400" b="1">
                <a:solidFill>
                  <a:srgbClr val="72D4C1"/>
                </a:solidFill>
              </a:defRPr>
            </a:lvl3pPr>
            <a:lvl4pPr>
              <a:defRPr sz="2400" b="1">
                <a:solidFill>
                  <a:srgbClr val="72D4C1"/>
                </a:solidFill>
              </a:defRPr>
            </a:lvl4pPr>
            <a:lvl5pPr>
              <a:defRPr sz="2400" b="1">
                <a:solidFill>
                  <a:srgbClr val="72D4C1"/>
                </a:solidFill>
              </a:defRPr>
            </a:lvl5pPr>
            <a:lvl6pPr>
              <a:defRPr sz="2400" b="1">
                <a:solidFill>
                  <a:srgbClr val="72D4C1"/>
                </a:solidFill>
              </a:defRPr>
            </a:lvl6pPr>
            <a:lvl7pPr>
              <a:defRPr sz="2400" b="1">
                <a:solidFill>
                  <a:srgbClr val="72D4C1"/>
                </a:solidFill>
              </a:defRPr>
            </a:lvl7pPr>
            <a:lvl8pPr>
              <a:defRPr sz="2400" b="1">
                <a:solidFill>
                  <a:srgbClr val="72D4C1"/>
                </a:solidFill>
              </a:defRPr>
            </a:lvl8pPr>
            <a:lvl9pPr>
              <a:defRPr sz="2400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72D4C1"/>
                </a:solidFill>
              </a:defRPr>
            </a:pPr>
            <a:r>
              <a:rPr sz="2400" b="1">
                <a:solidFill>
                  <a:srgbClr val="72D4C1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3448BF-9AA4-40E5-8937-D96E33DFE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47925"/>
            <a:ext cx="24574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D40"/>
          </a:solidFill>
          <a:ln xmlns:a="http://schemas.openxmlformats.org/drawingml/2006/main" w="9525">
            <a:solidFill>
              <a:srgbClr val="38566D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F4AF58-AA98-484B-9164-97EC83DB4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81275"/>
            <a:ext cx="2076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72D4C1"/>
                </a:solidFill>
              </a:defRPr>
            </a:defPPr>
            <a:lvl1pPr>
              <a:defRPr sz="2100" b="1">
                <a:solidFill>
                  <a:srgbClr val="72D4C1"/>
                </a:solidFill>
              </a:defRPr>
            </a:lvl1pPr>
            <a:lvl2pPr>
              <a:defRPr sz="2100" b="1">
                <a:solidFill>
                  <a:srgbClr val="72D4C1"/>
                </a:solidFill>
              </a:defRPr>
            </a:lvl2pPr>
            <a:lvl3pPr>
              <a:defRPr sz="2100" b="1">
                <a:solidFill>
                  <a:srgbClr val="72D4C1"/>
                </a:solidFill>
              </a:defRPr>
            </a:lvl3pPr>
            <a:lvl4pPr>
              <a:defRPr sz="2100" b="1">
                <a:solidFill>
                  <a:srgbClr val="72D4C1"/>
                </a:solidFill>
              </a:defRPr>
            </a:lvl4pPr>
            <a:lvl5pPr>
              <a:defRPr sz="2100" b="1">
                <a:solidFill>
                  <a:srgbClr val="72D4C1"/>
                </a:solidFill>
              </a:defRPr>
            </a:lvl5pPr>
            <a:lvl6pPr>
              <a:defRPr sz="2100" b="1">
                <a:solidFill>
                  <a:srgbClr val="72D4C1"/>
                </a:solidFill>
              </a:defRPr>
            </a:lvl6pPr>
            <a:lvl7pPr>
              <a:defRPr sz="2100" b="1">
                <a:solidFill>
                  <a:srgbClr val="72D4C1"/>
                </a:solidFill>
              </a:defRPr>
            </a:lvl7pPr>
            <a:lvl8pPr>
              <a:defRPr sz="2100" b="1">
                <a:solidFill>
                  <a:srgbClr val="72D4C1"/>
                </a:solidFill>
              </a:defRPr>
            </a:lvl8pPr>
            <a:lvl9pPr>
              <a:defRPr sz="2100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72D4C1"/>
                </a:solidFill>
              </a:defRPr>
            </a:pPr>
            <a:r>
              <a:rPr sz="2100" b="1">
                <a:solidFill>
                  <a:srgbClr val="72D4C1"/>
                </a:solidFill>
              </a:rPr>
              <a:t>Saturate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20F5D9-F655-479C-A8FA-184C0F945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67050"/>
            <a:ext cx="2076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FFFFFF"/>
                </a:solidFill>
              </a:defRPr>
            </a:defPPr>
            <a:lvl1pPr>
              <a:defRPr sz="1950" b="0">
                <a:solidFill>
                  <a:srgbClr val="FFFFFF"/>
                </a:solidFill>
              </a:defRPr>
            </a:lvl1pPr>
            <a:lvl2pPr>
              <a:defRPr sz="1950" b="0">
                <a:solidFill>
                  <a:srgbClr val="FFFFFF"/>
                </a:solidFill>
              </a:defRPr>
            </a:lvl2pPr>
            <a:lvl3pPr>
              <a:defRPr sz="1950" b="0">
                <a:solidFill>
                  <a:srgbClr val="FFFFFF"/>
                </a:solidFill>
              </a:defRPr>
            </a:lvl3pPr>
            <a:lvl4pPr>
              <a:defRPr sz="1950" b="0">
                <a:solidFill>
                  <a:srgbClr val="FFFFFF"/>
                </a:solidFill>
              </a:defRPr>
            </a:lvl4pPr>
            <a:lvl5pPr>
              <a:defRPr sz="1950" b="0">
                <a:solidFill>
                  <a:srgbClr val="FFFFFF"/>
                </a:solidFill>
              </a:defRPr>
            </a:lvl5pPr>
            <a:lvl6pPr>
              <a:defRPr sz="1950" b="0">
                <a:solidFill>
                  <a:srgbClr val="FFFFFF"/>
                </a:solidFill>
              </a:defRPr>
            </a:lvl6pPr>
            <a:lvl7pPr>
              <a:defRPr sz="1950" b="0">
                <a:solidFill>
                  <a:srgbClr val="FFFFFF"/>
                </a:solidFill>
              </a:defRPr>
            </a:lvl7pPr>
            <a:lvl8pPr>
              <a:defRPr sz="1950" b="0">
                <a:solidFill>
                  <a:srgbClr val="FFFFFF"/>
                </a:solidFill>
              </a:defRPr>
            </a:lvl8pPr>
            <a:lvl9pPr>
              <a:defRPr sz="195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FFFFFF"/>
                </a:solidFill>
              </a:defRPr>
            </a:pPr>
            <a:r>
              <a:rPr sz="1950" b="0">
                <a:solidFill>
                  <a:srgbClr val="FFFFFF"/>
                </a:solidFill>
              </a:rPr>
              <a:t>Clamp 0–1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8F2FB9-7042-4CF3-9C8E-D90911EF0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800350"/>
            <a:ext cx="323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72D4C1"/>
                </a:solidFill>
              </a:defRPr>
            </a:defPPr>
            <a:lvl1pPr>
              <a:defRPr sz="2400" b="1">
                <a:solidFill>
                  <a:srgbClr val="72D4C1"/>
                </a:solidFill>
              </a:defRPr>
            </a:lvl1pPr>
            <a:lvl2pPr>
              <a:defRPr sz="2400" b="1">
                <a:solidFill>
                  <a:srgbClr val="72D4C1"/>
                </a:solidFill>
              </a:defRPr>
            </a:lvl2pPr>
            <a:lvl3pPr>
              <a:defRPr sz="2400" b="1">
                <a:solidFill>
                  <a:srgbClr val="72D4C1"/>
                </a:solidFill>
              </a:defRPr>
            </a:lvl3pPr>
            <a:lvl4pPr>
              <a:defRPr sz="2400" b="1">
                <a:solidFill>
                  <a:srgbClr val="72D4C1"/>
                </a:solidFill>
              </a:defRPr>
            </a:lvl4pPr>
            <a:lvl5pPr>
              <a:defRPr sz="2400" b="1">
                <a:solidFill>
                  <a:srgbClr val="72D4C1"/>
                </a:solidFill>
              </a:defRPr>
            </a:lvl5pPr>
            <a:lvl6pPr>
              <a:defRPr sz="2400" b="1">
                <a:solidFill>
                  <a:srgbClr val="72D4C1"/>
                </a:solidFill>
              </a:defRPr>
            </a:lvl6pPr>
            <a:lvl7pPr>
              <a:defRPr sz="2400" b="1">
                <a:solidFill>
                  <a:srgbClr val="72D4C1"/>
                </a:solidFill>
              </a:defRPr>
            </a:lvl7pPr>
            <a:lvl8pPr>
              <a:defRPr sz="2400" b="1">
                <a:solidFill>
                  <a:srgbClr val="72D4C1"/>
                </a:solidFill>
              </a:defRPr>
            </a:lvl8pPr>
            <a:lvl9pPr>
              <a:defRPr sz="2400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72D4C1"/>
                </a:solidFill>
              </a:defRPr>
            </a:pPr>
            <a:r>
              <a:rPr sz="2400" b="1">
                <a:solidFill>
                  <a:srgbClr val="72D4C1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8C1FA2-1FB1-4C2E-8274-10BF0EC16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447925"/>
            <a:ext cx="24574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D40"/>
          </a:solidFill>
          <a:ln xmlns:a="http://schemas.openxmlformats.org/drawingml/2006/main" w="9525">
            <a:solidFill>
              <a:srgbClr val="38566D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6386A1-8894-4FF6-8153-1FD7CBA12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581275"/>
            <a:ext cx="2076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72D4C1"/>
                </a:solidFill>
              </a:defRPr>
            </a:defPPr>
            <a:lvl1pPr>
              <a:defRPr sz="2100" b="1">
                <a:solidFill>
                  <a:srgbClr val="72D4C1"/>
                </a:solidFill>
              </a:defRPr>
            </a:lvl1pPr>
            <a:lvl2pPr>
              <a:defRPr sz="2100" b="1">
                <a:solidFill>
                  <a:srgbClr val="72D4C1"/>
                </a:solidFill>
              </a:defRPr>
            </a:lvl2pPr>
            <a:lvl3pPr>
              <a:defRPr sz="2100" b="1">
                <a:solidFill>
                  <a:srgbClr val="72D4C1"/>
                </a:solidFill>
              </a:defRPr>
            </a:lvl3pPr>
            <a:lvl4pPr>
              <a:defRPr sz="2100" b="1">
                <a:solidFill>
                  <a:srgbClr val="72D4C1"/>
                </a:solidFill>
              </a:defRPr>
            </a:lvl4pPr>
            <a:lvl5pPr>
              <a:defRPr sz="2100" b="1">
                <a:solidFill>
                  <a:srgbClr val="72D4C1"/>
                </a:solidFill>
              </a:defRPr>
            </a:lvl5pPr>
            <a:lvl6pPr>
              <a:defRPr sz="2100" b="1">
                <a:solidFill>
                  <a:srgbClr val="72D4C1"/>
                </a:solidFill>
              </a:defRPr>
            </a:lvl6pPr>
            <a:lvl7pPr>
              <a:defRPr sz="2100" b="1">
                <a:solidFill>
                  <a:srgbClr val="72D4C1"/>
                </a:solidFill>
              </a:defRPr>
            </a:lvl7pPr>
            <a:lvl8pPr>
              <a:defRPr sz="2100" b="1">
                <a:solidFill>
                  <a:srgbClr val="72D4C1"/>
                </a:solidFill>
              </a:defRPr>
            </a:lvl8pPr>
            <a:lvl9pPr>
              <a:defRPr sz="2100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72D4C1"/>
                </a:solidFill>
              </a:defRPr>
            </a:pPr>
            <a:r>
              <a:rPr sz="2100" b="1">
                <a:solidFill>
                  <a:srgbClr val="72D4C1"/>
                </a:solidFill>
              </a:rPr>
              <a:t>Roughness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42F14D-7CFA-4B7B-A1D5-57F2FECC4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067050"/>
            <a:ext cx="2076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FFFFFF"/>
                </a:solidFill>
              </a:defRPr>
            </a:defPPr>
            <a:lvl1pPr>
              <a:defRPr sz="1950" b="0">
                <a:solidFill>
                  <a:srgbClr val="FFFFFF"/>
                </a:solidFill>
              </a:defRPr>
            </a:lvl1pPr>
            <a:lvl2pPr>
              <a:defRPr sz="1950" b="0">
                <a:solidFill>
                  <a:srgbClr val="FFFFFF"/>
                </a:solidFill>
              </a:defRPr>
            </a:lvl2pPr>
            <a:lvl3pPr>
              <a:defRPr sz="1950" b="0">
                <a:solidFill>
                  <a:srgbClr val="FFFFFF"/>
                </a:solidFill>
              </a:defRPr>
            </a:lvl3pPr>
            <a:lvl4pPr>
              <a:defRPr sz="1950" b="0">
                <a:solidFill>
                  <a:srgbClr val="FFFFFF"/>
                </a:solidFill>
              </a:defRPr>
            </a:lvl4pPr>
            <a:lvl5pPr>
              <a:defRPr sz="1950" b="0">
                <a:solidFill>
                  <a:srgbClr val="FFFFFF"/>
                </a:solidFill>
              </a:defRPr>
            </a:lvl5pPr>
            <a:lvl6pPr>
              <a:defRPr sz="1950" b="0">
                <a:solidFill>
                  <a:srgbClr val="FFFFFF"/>
                </a:solidFill>
              </a:defRPr>
            </a:lvl6pPr>
            <a:lvl7pPr>
              <a:defRPr sz="1950" b="0">
                <a:solidFill>
                  <a:srgbClr val="FFFFFF"/>
                </a:solidFill>
              </a:defRPr>
            </a:lvl7pPr>
            <a:lvl8pPr>
              <a:defRPr sz="1950" b="0">
                <a:solidFill>
                  <a:srgbClr val="FFFFFF"/>
                </a:solidFill>
              </a:defRPr>
            </a:lvl8pPr>
            <a:lvl9pPr>
              <a:defRPr sz="195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FFFFFF"/>
                </a:solidFill>
              </a:defRPr>
            </a:pPr>
            <a:r>
              <a:rPr sz="1950" b="0">
                <a:solidFill>
                  <a:srgbClr val="FFFFFF"/>
                </a:solidFill>
              </a:rPr>
              <a:t>Surface input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DCE50D-4947-4B2E-8D2C-73743A890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53340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D40"/>
          </a:solidFill>
          <a:ln xmlns:a="http://schemas.openxmlformats.org/drawingml/2006/main" w="9525">
            <a:solidFill>
              <a:srgbClr val="38566D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70E6CE-118C-485F-9735-1033DE914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9577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72D4C1"/>
                </a:solidFill>
              </a:defRPr>
            </a:defPPr>
            <a:lvl1pPr>
              <a:defRPr sz="2100" b="1">
                <a:solidFill>
                  <a:srgbClr val="72D4C1"/>
                </a:solidFill>
              </a:defRPr>
            </a:lvl1pPr>
            <a:lvl2pPr>
              <a:defRPr sz="2100" b="1">
                <a:solidFill>
                  <a:srgbClr val="72D4C1"/>
                </a:solidFill>
              </a:defRPr>
            </a:lvl2pPr>
            <a:lvl3pPr>
              <a:defRPr sz="2100" b="1">
                <a:solidFill>
                  <a:srgbClr val="72D4C1"/>
                </a:solidFill>
              </a:defRPr>
            </a:lvl3pPr>
            <a:lvl4pPr>
              <a:defRPr sz="2100" b="1">
                <a:solidFill>
                  <a:srgbClr val="72D4C1"/>
                </a:solidFill>
              </a:defRPr>
            </a:lvl4pPr>
            <a:lvl5pPr>
              <a:defRPr sz="2100" b="1">
                <a:solidFill>
                  <a:srgbClr val="72D4C1"/>
                </a:solidFill>
              </a:defRPr>
            </a:lvl5pPr>
            <a:lvl6pPr>
              <a:defRPr sz="2100" b="1">
                <a:solidFill>
                  <a:srgbClr val="72D4C1"/>
                </a:solidFill>
              </a:defRPr>
            </a:lvl6pPr>
            <a:lvl7pPr>
              <a:defRPr sz="2100" b="1">
                <a:solidFill>
                  <a:srgbClr val="72D4C1"/>
                </a:solidFill>
              </a:defRPr>
            </a:lvl7pPr>
            <a:lvl8pPr>
              <a:defRPr sz="2100" b="1">
                <a:solidFill>
                  <a:srgbClr val="72D4C1"/>
                </a:solidFill>
              </a:defRPr>
            </a:lvl8pPr>
            <a:lvl9pPr>
              <a:defRPr sz="2100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72D4C1"/>
                </a:solidFill>
              </a:defRPr>
            </a:pPr>
            <a:r>
              <a:rPr sz="2100" b="1">
                <a:solidFill>
                  <a:srgbClr val="72D4C1"/>
                </a:solidFill>
              </a:rPr>
              <a:t>Find the active controls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255B6B-EF37-43B8-92DC-24247DA21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81550"/>
            <a:ext cx="495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FFFFFF"/>
                </a:solidFill>
              </a:defRPr>
            </a:defPPr>
            <a:lvl1pPr>
              <a:defRPr sz="1950" b="0">
                <a:solidFill>
                  <a:srgbClr val="FFFFFF"/>
                </a:solidFill>
              </a:defRPr>
            </a:lvl1pPr>
            <a:lvl2pPr>
              <a:defRPr sz="1950" b="0">
                <a:solidFill>
                  <a:srgbClr val="FFFFFF"/>
                </a:solidFill>
              </a:defRPr>
            </a:lvl2pPr>
            <a:lvl3pPr>
              <a:defRPr sz="1950" b="0">
                <a:solidFill>
                  <a:srgbClr val="FFFFFF"/>
                </a:solidFill>
              </a:defRPr>
            </a:lvl3pPr>
            <a:lvl4pPr>
              <a:defRPr sz="1950" b="0">
                <a:solidFill>
                  <a:srgbClr val="FFFFFF"/>
                </a:solidFill>
              </a:defRPr>
            </a:lvl4pPr>
            <a:lvl5pPr>
              <a:defRPr sz="1950" b="0">
                <a:solidFill>
                  <a:srgbClr val="FFFFFF"/>
                </a:solidFill>
              </a:defRPr>
            </a:lvl5pPr>
            <a:lvl6pPr>
              <a:defRPr sz="1950" b="0">
                <a:solidFill>
                  <a:srgbClr val="FFFFFF"/>
                </a:solidFill>
              </a:defRPr>
            </a:lvl6pPr>
            <a:lvl7pPr>
              <a:defRPr sz="1950" b="0">
                <a:solidFill>
                  <a:srgbClr val="FFFFFF"/>
                </a:solidFill>
              </a:defRPr>
            </a:lvl7pPr>
            <a:lvl8pPr>
              <a:defRPr sz="1950" b="0">
                <a:solidFill>
                  <a:srgbClr val="FFFFFF"/>
                </a:solidFill>
              </a:defRPr>
            </a:lvl8pPr>
            <a:lvl9pPr>
              <a:defRPr sz="195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FFFFFF"/>
                </a:solidFill>
              </a:defRPr>
            </a:pPr>
            <a:r>
              <a:rPr sz="1950" b="0">
                <a:solidFill>
                  <a:srgbClr val="FFFFFF"/>
                </a:solidFill>
              </a:rPr>
              <a:t>04 Roughness: MinRoughness / MaxRoughness</a:t>
            </a:r>
          </a:p>
          <a:p xmlns:a="http://schemas.openxmlformats.org/drawingml/2006/main">
            <a:pPr>
              <a:defRPr sz="1950" b="0">
                <a:solidFill>
                  <a:srgbClr val="FFFFFF"/>
                </a:solidFill>
              </a:defRPr>
            </a:pPr>
            <a:r>
              <a:rPr sz="1950" b="0">
                <a:solidFill>
                  <a:srgbClr val="FFFFFF"/>
                </a:solidFill>
              </a:rPr>
              <a:t>07 Packed ORM: the ORM endpoint pair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F6B037-4ACE-4B57-A62D-38982FC13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162425"/>
            <a:ext cx="54102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D40"/>
          </a:solidFill>
          <a:ln xmlns:a="http://schemas.openxmlformats.org/drawingml/2006/main" w="9525">
            <a:solidFill>
              <a:srgbClr val="38566D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255F25-E5CC-4F8A-A3CB-3326782B3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295775"/>
            <a:ext cx="502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72D4C1"/>
                </a:solidFill>
              </a:defRPr>
            </a:defPPr>
            <a:lvl1pPr>
              <a:defRPr sz="2100" b="1">
                <a:solidFill>
                  <a:srgbClr val="72D4C1"/>
                </a:solidFill>
              </a:defRPr>
            </a:lvl1pPr>
            <a:lvl2pPr>
              <a:defRPr sz="2100" b="1">
                <a:solidFill>
                  <a:srgbClr val="72D4C1"/>
                </a:solidFill>
              </a:defRPr>
            </a:lvl2pPr>
            <a:lvl3pPr>
              <a:defRPr sz="2100" b="1">
                <a:solidFill>
                  <a:srgbClr val="72D4C1"/>
                </a:solidFill>
              </a:defRPr>
            </a:lvl3pPr>
            <a:lvl4pPr>
              <a:defRPr sz="2100" b="1">
                <a:solidFill>
                  <a:srgbClr val="72D4C1"/>
                </a:solidFill>
              </a:defRPr>
            </a:lvl4pPr>
            <a:lvl5pPr>
              <a:defRPr sz="2100" b="1">
                <a:solidFill>
                  <a:srgbClr val="72D4C1"/>
                </a:solidFill>
              </a:defRPr>
            </a:lvl5pPr>
            <a:lvl6pPr>
              <a:defRPr sz="2100" b="1">
                <a:solidFill>
                  <a:srgbClr val="72D4C1"/>
                </a:solidFill>
              </a:defRPr>
            </a:lvl6pPr>
            <a:lvl7pPr>
              <a:defRPr sz="2100" b="1">
                <a:solidFill>
                  <a:srgbClr val="72D4C1"/>
                </a:solidFill>
              </a:defRPr>
            </a:lvl7pPr>
            <a:lvl8pPr>
              <a:defRPr sz="2100" b="1">
                <a:solidFill>
                  <a:srgbClr val="72D4C1"/>
                </a:solidFill>
              </a:defRPr>
            </a:lvl8pPr>
            <a:lvl9pPr>
              <a:defRPr sz="2100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72D4C1"/>
                </a:solidFill>
              </a:defRPr>
            </a:pPr>
            <a:r>
              <a:rPr sz="2100" b="1">
                <a:solidFill>
                  <a:srgbClr val="72D4C1"/>
                </a:solidFill>
              </a:rPr>
              <a:t>Keep the interface readable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F1505C-3A7E-47B0-8EDE-036E85749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781550"/>
            <a:ext cx="5029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FFFFFF"/>
                </a:solidFill>
              </a:defRPr>
            </a:defPPr>
            <a:lvl1pPr>
              <a:defRPr sz="1950" b="0">
                <a:solidFill>
                  <a:srgbClr val="FFFFFF"/>
                </a:solidFill>
              </a:defRPr>
            </a:lvl1pPr>
            <a:lvl2pPr>
              <a:defRPr sz="1950" b="0">
                <a:solidFill>
                  <a:srgbClr val="FFFFFF"/>
                </a:solidFill>
              </a:defRPr>
            </a:lvl2pPr>
            <a:lvl3pPr>
              <a:defRPr sz="1950" b="0">
                <a:solidFill>
                  <a:srgbClr val="FFFFFF"/>
                </a:solidFill>
              </a:defRPr>
            </a:lvl3pPr>
            <a:lvl4pPr>
              <a:defRPr sz="1950" b="0">
                <a:solidFill>
                  <a:srgbClr val="FFFFFF"/>
                </a:solidFill>
              </a:defRPr>
            </a:lvl4pPr>
            <a:lvl5pPr>
              <a:defRPr sz="1950" b="0">
                <a:solidFill>
                  <a:srgbClr val="FFFFFF"/>
                </a:solidFill>
              </a:defRPr>
            </a:lvl5pPr>
            <a:lvl6pPr>
              <a:defRPr sz="1950" b="0">
                <a:solidFill>
                  <a:srgbClr val="FFFFFF"/>
                </a:solidFill>
              </a:defRPr>
            </a:lvl6pPr>
            <a:lvl7pPr>
              <a:defRPr sz="1950" b="0">
                <a:solidFill>
                  <a:srgbClr val="FFFFFF"/>
                </a:solidFill>
              </a:defRPr>
            </a:lvl7pPr>
            <a:lvl8pPr>
              <a:defRPr sz="1950" b="0">
                <a:solidFill>
                  <a:srgbClr val="FFFFFF"/>
                </a:solidFill>
              </a:defRPr>
            </a:lvl8pPr>
            <a:lvl9pPr>
              <a:defRPr sz="195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FFFFFF"/>
                </a:solidFill>
              </a:defRPr>
            </a:pPr>
            <a:r>
              <a:rPr sz="1950" b="0">
                <a:solidFill>
                  <a:srgbClr val="FFFFFF"/>
                </a:solidFill>
              </a:rPr>
              <a:t>Group by property; order related controls.</a:t>
            </a:r>
          </a:p>
          <a:p xmlns:a="http://schemas.openxmlformats.org/drawingml/2006/main">
            <a:pPr>
              <a:defRPr sz="1950" b="0">
                <a:solidFill>
                  <a:srgbClr val="FFFFFF"/>
                </a:solidFill>
              </a:defRPr>
            </a:pPr>
            <a:r>
              <a:rPr sz="1950" b="0">
                <a:solidFill>
                  <a:srgbClr val="FFFFFF"/>
                </a:solidFill>
              </a:rPr>
              <a:t>Give each a clear name and reset value.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9D741F-05F7-47A6-A450-1F66527B0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72D4C1"/>
                </a:solidFill>
              </a:defRPr>
            </a:defPPr>
            <a:lvl1pPr>
              <a:defRPr sz="1800" b="1">
                <a:solidFill>
                  <a:srgbClr val="72D4C1"/>
                </a:solidFill>
              </a:defRPr>
            </a:lvl1pPr>
            <a:lvl2pPr>
              <a:defRPr sz="1800" b="1">
                <a:solidFill>
                  <a:srgbClr val="72D4C1"/>
                </a:solidFill>
              </a:defRPr>
            </a:lvl2pPr>
            <a:lvl3pPr>
              <a:defRPr sz="1800" b="1">
                <a:solidFill>
                  <a:srgbClr val="72D4C1"/>
                </a:solidFill>
              </a:defRPr>
            </a:lvl3pPr>
            <a:lvl4pPr>
              <a:defRPr sz="1800" b="1">
                <a:solidFill>
                  <a:srgbClr val="72D4C1"/>
                </a:solidFill>
              </a:defRPr>
            </a:lvl4pPr>
            <a:lvl5pPr>
              <a:defRPr sz="1800" b="1">
                <a:solidFill>
                  <a:srgbClr val="72D4C1"/>
                </a:solidFill>
              </a:defRPr>
            </a:lvl5pPr>
            <a:lvl6pPr>
              <a:defRPr sz="1800" b="1">
                <a:solidFill>
                  <a:srgbClr val="72D4C1"/>
                </a:solidFill>
              </a:defRPr>
            </a:lvl6pPr>
            <a:lvl7pPr>
              <a:defRPr sz="1800" b="1">
                <a:solidFill>
                  <a:srgbClr val="72D4C1"/>
                </a:solidFill>
              </a:defRPr>
            </a:lvl7pPr>
            <a:lvl8pPr>
              <a:defRPr sz="1800" b="1">
                <a:solidFill>
                  <a:srgbClr val="72D4C1"/>
                </a:solidFill>
              </a:defRPr>
            </a:lvl8pPr>
            <a:lvl9pPr>
              <a:defRPr sz="1800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72D4C1"/>
                </a:solidFill>
              </a:defRPr>
            </a:pPr>
            <a:r>
              <a:rPr sz="1800" b="1">
                <a:solidFill>
                  <a:srgbClr val="72D4C1"/>
                </a:solidFill>
              </a:rPr>
              <a:t>Which branch is active before you change an endpoint?</a:t>
            </a:r>
          </a:p>
        </p:txBody>
      </p:sp>
    </p:spTree>
    <p:extLst>
      <p:ext uri="{BB962C8B-B14F-4D97-AF65-F5344CB8AC3E}">
        <p14:creationId xmlns:p14="http://schemas.microsoft.com/office/powerpoint/2010/main" val="42111430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A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4BEEA0-2977-4715-95F0-1F07C7D98C8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3037aca1474968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59BE91-CA77-43FF-9DBB-C2D664BFB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62DFF5"/>
                </a:solidFill>
              </a:defRPr>
            </a:defPPr>
            <a:lvl1pPr>
              <a:defRPr sz="1350" b="1">
                <a:solidFill>
                  <a:srgbClr val="62DFF5"/>
                </a:solidFill>
              </a:defRPr>
            </a:lvl1pPr>
            <a:lvl2pPr>
              <a:defRPr sz="1350" b="1">
                <a:solidFill>
                  <a:srgbClr val="62DFF5"/>
                </a:solidFill>
              </a:defRPr>
            </a:lvl2pPr>
            <a:lvl3pPr>
              <a:defRPr sz="1350" b="1">
                <a:solidFill>
                  <a:srgbClr val="62DFF5"/>
                </a:solidFill>
              </a:defRPr>
            </a:lvl3pPr>
            <a:lvl4pPr>
              <a:defRPr sz="1350" b="1">
                <a:solidFill>
                  <a:srgbClr val="62DFF5"/>
                </a:solidFill>
              </a:defRPr>
            </a:lvl4pPr>
            <a:lvl5pPr>
              <a:defRPr sz="1350" b="1">
                <a:solidFill>
                  <a:srgbClr val="62DFF5"/>
                </a:solidFill>
              </a:defRPr>
            </a:lvl5pPr>
            <a:lvl6pPr>
              <a:defRPr sz="1350" b="1">
                <a:solidFill>
                  <a:srgbClr val="62DFF5"/>
                </a:solidFill>
              </a:defRPr>
            </a:lvl6pPr>
            <a:lvl7pPr>
              <a:defRPr sz="1350" b="1">
                <a:solidFill>
                  <a:srgbClr val="62DFF5"/>
                </a:solidFill>
              </a:defRPr>
            </a:lvl7pPr>
            <a:lvl8pPr>
              <a:defRPr sz="1350" b="1">
                <a:solidFill>
                  <a:srgbClr val="62DFF5"/>
                </a:solidFill>
              </a:defRPr>
            </a:lvl8pPr>
            <a:lvl9pPr>
              <a:defRPr sz="1350" b="1">
                <a:solidFill>
                  <a:srgbClr val="62DFF5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62DFF5"/>
                </a:solidFill>
              </a:defRPr>
            </a:pPr>
            <a:r>
              <a:rPr sz="1350" b="1">
                <a:solidFill>
                  <a:srgbClr val="62DFF5"/>
                </a:solidFill>
              </a:rPr>
              <a:t>TEXTURE INPUTS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179B62-2CDE-4A49-A747-3029CD673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FFFFF"/>
                </a:solidFill>
              </a:defRPr>
            </a:defPPr>
            <a:lvl1pPr>
              <a:defRPr sz="3150" b="1">
                <a:solidFill>
                  <a:srgbClr val="FFFFFF"/>
                </a:solidFill>
              </a:defRPr>
            </a:lvl1pPr>
            <a:lvl2pPr>
              <a:defRPr sz="3150" b="1">
                <a:solidFill>
                  <a:srgbClr val="FFFFFF"/>
                </a:solidFill>
              </a:defRPr>
            </a:lvl2pPr>
            <a:lvl3pPr>
              <a:defRPr sz="3150" b="1">
                <a:solidFill>
                  <a:srgbClr val="FFFFFF"/>
                </a:solidFill>
              </a:defRPr>
            </a:lvl3pPr>
            <a:lvl4pPr>
              <a:defRPr sz="3150" b="1">
                <a:solidFill>
                  <a:srgbClr val="FFFFFF"/>
                </a:solidFill>
              </a:defRPr>
            </a:lvl4pPr>
            <a:lvl5pPr>
              <a:defRPr sz="3150" b="1">
                <a:solidFill>
                  <a:srgbClr val="FFFFFF"/>
                </a:solidFill>
              </a:defRPr>
            </a:lvl5pPr>
            <a:lvl6pPr>
              <a:defRPr sz="3150" b="1">
                <a:solidFill>
                  <a:srgbClr val="FFFFFF"/>
                </a:solidFill>
              </a:defRPr>
            </a:lvl6pPr>
            <a:lvl7pPr>
              <a:defRPr sz="3150" b="1">
                <a:solidFill>
                  <a:srgbClr val="FFFFFF"/>
                </a:solidFill>
              </a:defRPr>
            </a:lvl7pPr>
            <a:lvl8pPr>
              <a:defRPr sz="3150" b="1">
                <a:solidFill>
                  <a:srgbClr val="FFFFFF"/>
                </a:solidFill>
              </a:defRPr>
            </a:lvl8pPr>
            <a:lvl9pPr>
              <a:defRPr sz="31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Texture data roles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A3A06F-A2DE-4CAE-9855-483483708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C4D3E3"/>
                </a:solidFill>
              </a:defRPr>
            </a:defPPr>
            <a:lvl1pPr>
              <a:defRPr sz="1200" b="0">
                <a:solidFill>
                  <a:srgbClr val="C4D3E3"/>
                </a:solidFill>
              </a:defRPr>
            </a:lvl1pPr>
            <a:lvl2pPr>
              <a:defRPr sz="1200" b="0">
                <a:solidFill>
                  <a:srgbClr val="C4D3E3"/>
                </a:solidFill>
              </a:defRPr>
            </a:lvl2pPr>
            <a:lvl3pPr>
              <a:defRPr sz="1200" b="0">
                <a:solidFill>
                  <a:srgbClr val="C4D3E3"/>
                </a:solidFill>
              </a:defRPr>
            </a:lvl3pPr>
            <a:lvl4pPr>
              <a:defRPr sz="1200" b="0">
                <a:solidFill>
                  <a:srgbClr val="C4D3E3"/>
                </a:solidFill>
              </a:defRPr>
            </a:lvl4pPr>
            <a:lvl5pPr>
              <a:defRPr sz="1200" b="0">
                <a:solidFill>
                  <a:srgbClr val="C4D3E3"/>
                </a:solidFill>
              </a:defRPr>
            </a:lvl5pPr>
            <a:lvl6pPr>
              <a:defRPr sz="1200" b="0">
                <a:solidFill>
                  <a:srgbClr val="C4D3E3"/>
                </a:solidFill>
              </a:defRPr>
            </a:lvl6pPr>
            <a:lvl7pPr>
              <a:defRPr sz="1200" b="0">
                <a:solidFill>
                  <a:srgbClr val="C4D3E3"/>
                </a:solidFill>
              </a:defRPr>
            </a:lvl7pPr>
            <a:lvl8pPr>
              <a:defRPr sz="1200" b="0">
                <a:solidFill>
                  <a:srgbClr val="C4D3E3"/>
                </a:solidFill>
              </a:defRPr>
            </a:lvl8pPr>
            <a:lvl9pPr>
              <a:defRPr sz="1200" b="0">
                <a:solidFill>
                  <a:srgbClr val="C4D3E3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C4D3E3"/>
                </a:solidFill>
              </a:defRPr>
            </a:pPr>
            <a:r>
              <a:rPr sz="1200" b="0">
                <a:solidFill>
                  <a:srgbClr val="C4D3E3"/>
                </a:solidFill>
              </a:rPr>
              <a:t>6B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E5C461-CC97-4945-A46A-46C650F762B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c26f46d7dd40cb"/>
          <a:stretch xmlns:a="http://schemas.openxmlformats.org/drawingml/2006/main"/>
        </p:blipFill>
        <p:spPr>
          <a:xfrm xmlns:a="http://schemas.openxmlformats.org/drawingml/2006/main">
            <a:off x="942975" y="2095500"/>
            <a:ext cx="2571750" cy="2571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1A8328-1C67-494E-AD4C-4338371F0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72D4C1"/>
                </a:solidFill>
              </a:defRPr>
            </a:defPPr>
            <a:lvl1pPr>
              <a:defRPr sz="1950" b="1">
                <a:solidFill>
                  <a:srgbClr val="72D4C1"/>
                </a:solidFill>
              </a:defRPr>
            </a:lvl1pPr>
            <a:lvl2pPr>
              <a:defRPr sz="1950" b="1">
                <a:solidFill>
                  <a:srgbClr val="72D4C1"/>
                </a:solidFill>
              </a:defRPr>
            </a:lvl2pPr>
            <a:lvl3pPr>
              <a:defRPr sz="1950" b="1">
                <a:solidFill>
                  <a:srgbClr val="72D4C1"/>
                </a:solidFill>
              </a:defRPr>
            </a:lvl3pPr>
            <a:lvl4pPr>
              <a:defRPr sz="1950" b="1">
                <a:solidFill>
                  <a:srgbClr val="72D4C1"/>
                </a:solidFill>
              </a:defRPr>
            </a:lvl4pPr>
            <a:lvl5pPr>
              <a:defRPr sz="1950" b="1">
                <a:solidFill>
                  <a:srgbClr val="72D4C1"/>
                </a:solidFill>
              </a:defRPr>
            </a:lvl5pPr>
            <a:lvl6pPr>
              <a:defRPr sz="1950" b="1">
                <a:solidFill>
                  <a:srgbClr val="72D4C1"/>
                </a:solidFill>
              </a:defRPr>
            </a:lvl6pPr>
            <a:lvl7pPr>
              <a:defRPr sz="1950" b="1">
                <a:solidFill>
                  <a:srgbClr val="72D4C1"/>
                </a:solidFill>
              </a:defRPr>
            </a:lvl7pPr>
            <a:lvl8pPr>
              <a:defRPr sz="1950" b="1">
                <a:solidFill>
                  <a:srgbClr val="72D4C1"/>
                </a:solidFill>
              </a:defRPr>
            </a:lvl8pPr>
            <a:lvl9pPr>
              <a:defRPr sz="1950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72D4C1"/>
                </a:solidFill>
              </a:defRPr>
            </a:pPr>
            <a:r>
              <a:rPr sz="1950" b="1">
                <a:solidFill>
                  <a:srgbClr val="72D4C1"/>
                </a:solidFill>
              </a:rPr>
              <a:t>Base Color · sRGB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8D1F8F-A4E9-45C1-B71E-AC7329510CF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1b2d4ed26a4446"/>
          <a:stretch xmlns:a="http://schemas.openxmlformats.org/drawingml/2006/main"/>
        </p:blipFill>
        <p:spPr>
          <a:xfrm xmlns:a="http://schemas.openxmlformats.org/drawingml/2006/main">
            <a:off x="4657725" y="2095500"/>
            <a:ext cx="2571750" cy="2571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43B7FC-13E6-4DAF-BAE6-67F32AD60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810125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72D4C1"/>
                </a:solidFill>
              </a:defRPr>
            </a:defPPr>
            <a:lvl1pPr>
              <a:defRPr sz="1950" b="1">
                <a:solidFill>
                  <a:srgbClr val="72D4C1"/>
                </a:solidFill>
              </a:defRPr>
            </a:lvl1pPr>
            <a:lvl2pPr>
              <a:defRPr sz="1950" b="1">
                <a:solidFill>
                  <a:srgbClr val="72D4C1"/>
                </a:solidFill>
              </a:defRPr>
            </a:lvl2pPr>
            <a:lvl3pPr>
              <a:defRPr sz="1950" b="1">
                <a:solidFill>
                  <a:srgbClr val="72D4C1"/>
                </a:solidFill>
              </a:defRPr>
            </a:lvl3pPr>
            <a:lvl4pPr>
              <a:defRPr sz="1950" b="1">
                <a:solidFill>
                  <a:srgbClr val="72D4C1"/>
                </a:solidFill>
              </a:defRPr>
            </a:lvl4pPr>
            <a:lvl5pPr>
              <a:defRPr sz="1950" b="1">
                <a:solidFill>
                  <a:srgbClr val="72D4C1"/>
                </a:solidFill>
              </a:defRPr>
            </a:lvl5pPr>
            <a:lvl6pPr>
              <a:defRPr sz="1950" b="1">
                <a:solidFill>
                  <a:srgbClr val="72D4C1"/>
                </a:solidFill>
              </a:defRPr>
            </a:lvl6pPr>
            <a:lvl7pPr>
              <a:defRPr sz="1950" b="1">
                <a:solidFill>
                  <a:srgbClr val="72D4C1"/>
                </a:solidFill>
              </a:defRPr>
            </a:lvl7pPr>
            <a:lvl8pPr>
              <a:defRPr sz="1950" b="1">
                <a:solidFill>
                  <a:srgbClr val="72D4C1"/>
                </a:solidFill>
              </a:defRPr>
            </a:lvl8pPr>
            <a:lvl9pPr>
              <a:defRPr sz="1950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72D4C1"/>
                </a:solidFill>
              </a:defRPr>
            </a:pPr>
            <a:r>
              <a:rPr sz="1950" b="1">
                <a:solidFill>
                  <a:srgbClr val="72D4C1"/>
                </a:solidFill>
              </a:rPr>
              <a:t>Roughness · linear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7A0B6E-38E8-4A01-9C9D-EB4E6D7DDEA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fc82879cf143ce"/>
          <a:stretch xmlns:a="http://schemas.openxmlformats.org/drawingml/2006/main"/>
        </p:blipFill>
        <p:spPr>
          <a:xfrm xmlns:a="http://schemas.openxmlformats.org/drawingml/2006/main">
            <a:off x="8372475" y="2095500"/>
            <a:ext cx="2571750" cy="2571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D40AED-2669-437F-9D76-D6EB2DE13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810125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72D4C1"/>
                </a:solidFill>
              </a:defRPr>
            </a:defPPr>
            <a:lvl1pPr>
              <a:defRPr sz="1950" b="1">
                <a:solidFill>
                  <a:srgbClr val="72D4C1"/>
                </a:solidFill>
              </a:defRPr>
            </a:lvl1pPr>
            <a:lvl2pPr>
              <a:defRPr sz="1950" b="1">
                <a:solidFill>
                  <a:srgbClr val="72D4C1"/>
                </a:solidFill>
              </a:defRPr>
            </a:lvl2pPr>
            <a:lvl3pPr>
              <a:defRPr sz="1950" b="1">
                <a:solidFill>
                  <a:srgbClr val="72D4C1"/>
                </a:solidFill>
              </a:defRPr>
            </a:lvl3pPr>
            <a:lvl4pPr>
              <a:defRPr sz="1950" b="1">
                <a:solidFill>
                  <a:srgbClr val="72D4C1"/>
                </a:solidFill>
              </a:defRPr>
            </a:lvl4pPr>
            <a:lvl5pPr>
              <a:defRPr sz="1950" b="1">
                <a:solidFill>
                  <a:srgbClr val="72D4C1"/>
                </a:solidFill>
              </a:defRPr>
            </a:lvl5pPr>
            <a:lvl6pPr>
              <a:defRPr sz="1950" b="1">
                <a:solidFill>
                  <a:srgbClr val="72D4C1"/>
                </a:solidFill>
              </a:defRPr>
            </a:lvl6pPr>
            <a:lvl7pPr>
              <a:defRPr sz="1950" b="1">
                <a:solidFill>
                  <a:srgbClr val="72D4C1"/>
                </a:solidFill>
              </a:defRPr>
            </a:lvl7pPr>
            <a:lvl8pPr>
              <a:defRPr sz="1950" b="1">
                <a:solidFill>
                  <a:srgbClr val="72D4C1"/>
                </a:solidFill>
              </a:defRPr>
            </a:lvl8pPr>
            <a:lvl9pPr>
              <a:defRPr sz="1950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72D4C1"/>
                </a:solidFill>
              </a:defRPr>
            </a:pPr>
            <a:r>
              <a:rPr sz="1950" b="1">
                <a:solidFill>
                  <a:srgbClr val="72D4C1"/>
                </a:solidFill>
              </a:rPr>
              <a:t>Normal · direction data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D00F58-2BEF-45C0-8A57-B58EABA11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FFFFFF"/>
                </a:solidFill>
              </a:defRPr>
            </a:defPPr>
            <a:lvl1pPr>
              <a:defRPr sz="1875" b="0">
                <a:solidFill>
                  <a:srgbClr val="FFFFFF"/>
                </a:solidFill>
              </a:defRPr>
            </a:lvl1pPr>
            <a:lvl2pPr>
              <a:defRPr sz="1875" b="0">
                <a:solidFill>
                  <a:srgbClr val="FFFFFF"/>
                </a:solidFill>
              </a:defRPr>
            </a:lvl2pPr>
            <a:lvl3pPr>
              <a:defRPr sz="1875" b="0">
                <a:solidFill>
                  <a:srgbClr val="FFFFFF"/>
                </a:solidFill>
              </a:defRPr>
            </a:lvl3pPr>
            <a:lvl4pPr>
              <a:defRPr sz="1875" b="0">
                <a:solidFill>
                  <a:srgbClr val="FFFFFF"/>
                </a:solidFill>
              </a:defRPr>
            </a:lvl4pPr>
            <a:lvl5pPr>
              <a:defRPr sz="1875" b="0">
                <a:solidFill>
                  <a:srgbClr val="FFFFFF"/>
                </a:solidFill>
              </a:defRPr>
            </a:lvl5pPr>
            <a:lvl6pPr>
              <a:defRPr sz="1875" b="0">
                <a:solidFill>
                  <a:srgbClr val="FFFFFF"/>
                </a:solidFill>
              </a:defRPr>
            </a:lvl6pPr>
            <a:lvl7pPr>
              <a:defRPr sz="1875" b="0">
                <a:solidFill>
                  <a:srgbClr val="FFFFFF"/>
                </a:solidFill>
              </a:defRPr>
            </a:lvl7pPr>
            <a:lvl8pPr>
              <a:defRPr sz="1875" b="0">
                <a:solidFill>
                  <a:srgbClr val="FFFFFF"/>
                </a:solidFill>
              </a:defRPr>
            </a:lvl8pPr>
            <a:lvl9pPr>
              <a:defRPr sz="187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Same brick set. Check import settings AND the material sampler.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BF3954-7607-4514-A442-71E428A9C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72D4C1"/>
                </a:solidFill>
              </a:defRPr>
            </a:defPPr>
            <a:lvl1pPr>
              <a:defRPr sz="1725" b="1">
                <a:solidFill>
                  <a:srgbClr val="72D4C1"/>
                </a:solidFill>
              </a:defRPr>
            </a:lvl1pPr>
            <a:lvl2pPr>
              <a:defRPr sz="1725" b="1">
                <a:solidFill>
                  <a:srgbClr val="72D4C1"/>
                </a:solidFill>
              </a:defRPr>
            </a:lvl2pPr>
            <a:lvl3pPr>
              <a:defRPr sz="1725" b="1">
                <a:solidFill>
                  <a:srgbClr val="72D4C1"/>
                </a:solidFill>
              </a:defRPr>
            </a:lvl3pPr>
            <a:lvl4pPr>
              <a:defRPr sz="1725" b="1">
                <a:solidFill>
                  <a:srgbClr val="72D4C1"/>
                </a:solidFill>
              </a:defRPr>
            </a:lvl4pPr>
            <a:lvl5pPr>
              <a:defRPr sz="1725" b="1">
                <a:solidFill>
                  <a:srgbClr val="72D4C1"/>
                </a:solidFill>
              </a:defRPr>
            </a:lvl5pPr>
            <a:lvl6pPr>
              <a:defRPr sz="1725" b="1">
                <a:solidFill>
                  <a:srgbClr val="72D4C1"/>
                </a:solidFill>
              </a:defRPr>
            </a:lvl6pPr>
            <a:lvl7pPr>
              <a:defRPr sz="1725" b="1">
                <a:solidFill>
                  <a:srgbClr val="72D4C1"/>
                </a:solidFill>
              </a:defRPr>
            </a:lvl7pPr>
            <a:lvl8pPr>
              <a:defRPr sz="1725" b="1">
                <a:solidFill>
                  <a:srgbClr val="72D4C1"/>
                </a:solidFill>
              </a:defRPr>
            </a:lvl8pPr>
            <a:lvl9pPr>
              <a:defRPr sz="1725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72D4C1"/>
                </a:solidFill>
              </a:defRPr>
            </a:pPr>
            <a:r>
              <a:rPr sz="1725" b="1">
                <a:solidFill>
                  <a:srgbClr val="72D4C1"/>
                </a:solidFill>
              </a:rPr>
              <a:t>What goes wrong when a roughness map is interpreted as color?</a:t>
            </a:r>
          </a:p>
        </p:txBody>
      </p:sp>
    </p:spTree>
    <p:extLst>
      <p:ext uri="{BB962C8B-B14F-4D97-AF65-F5344CB8AC3E}">
        <p14:creationId xmlns:p14="http://schemas.microsoft.com/office/powerpoint/2010/main" val="108296720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A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09EFF4-C24A-43F7-98E3-64D6A5F175B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09368714234349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C639A3-07B1-4693-A2E9-9F402B38D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62DFF5"/>
                </a:solidFill>
              </a:defRPr>
            </a:defPPr>
            <a:lvl1pPr>
              <a:defRPr sz="1350" b="1">
                <a:solidFill>
                  <a:srgbClr val="62DFF5"/>
                </a:solidFill>
              </a:defRPr>
            </a:lvl1pPr>
            <a:lvl2pPr>
              <a:defRPr sz="1350" b="1">
                <a:solidFill>
                  <a:srgbClr val="62DFF5"/>
                </a:solidFill>
              </a:defRPr>
            </a:lvl2pPr>
            <a:lvl3pPr>
              <a:defRPr sz="1350" b="1">
                <a:solidFill>
                  <a:srgbClr val="62DFF5"/>
                </a:solidFill>
              </a:defRPr>
            </a:lvl3pPr>
            <a:lvl4pPr>
              <a:defRPr sz="1350" b="1">
                <a:solidFill>
                  <a:srgbClr val="62DFF5"/>
                </a:solidFill>
              </a:defRPr>
            </a:lvl4pPr>
            <a:lvl5pPr>
              <a:defRPr sz="1350" b="1">
                <a:solidFill>
                  <a:srgbClr val="62DFF5"/>
                </a:solidFill>
              </a:defRPr>
            </a:lvl5pPr>
            <a:lvl6pPr>
              <a:defRPr sz="1350" b="1">
                <a:solidFill>
                  <a:srgbClr val="62DFF5"/>
                </a:solidFill>
              </a:defRPr>
            </a:lvl6pPr>
            <a:lvl7pPr>
              <a:defRPr sz="1350" b="1">
                <a:solidFill>
                  <a:srgbClr val="62DFF5"/>
                </a:solidFill>
              </a:defRPr>
            </a:lvl7pPr>
            <a:lvl8pPr>
              <a:defRPr sz="1350" b="1">
                <a:solidFill>
                  <a:srgbClr val="62DFF5"/>
                </a:solidFill>
              </a:defRPr>
            </a:lvl8pPr>
            <a:lvl9pPr>
              <a:defRPr sz="1350" b="1">
                <a:solidFill>
                  <a:srgbClr val="62DFF5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62DFF5"/>
                </a:solidFill>
              </a:defRPr>
            </a:pPr>
            <a:r>
              <a:rPr sz="1350" b="1">
                <a:solidFill>
                  <a:srgbClr val="62DFF5"/>
                </a:solidFill>
              </a:rPr>
              <a:t>TEXTURE INPUTS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72BFEE-C858-49F2-A134-479520DAD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FFFFF"/>
                </a:solidFill>
              </a:defRPr>
            </a:defPPr>
            <a:lvl1pPr>
              <a:defRPr sz="3150" b="1">
                <a:solidFill>
                  <a:srgbClr val="FFFFFF"/>
                </a:solidFill>
              </a:defRPr>
            </a:lvl1pPr>
            <a:lvl2pPr>
              <a:defRPr sz="3150" b="1">
                <a:solidFill>
                  <a:srgbClr val="FFFFFF"/>
                </a:solidFill>
              </a:defRPr>
            </a:lvl2pPr>
            <a:lvl3pPr>
              <a:defRPr sz="3150" b="1">
                <a:solidFill>
                  <a:srgbClr val="FFFFFF"/>
                </a:solidFill>
              </a:defRPr>
            </a:lvl3pPr>
            <a:lvl4pPr>
              <a:defRPr sz="3150" b="1">
                <a:solidFill>
                  <a:srgbClr val="FFFFFF"/>
                </a:solidFill>
              </a:defRPr>
            </a:lvl4pPr>
            <a:lvl5pPr>
              <a:defRPr sz="3150" b="1">
                <a:solidFill>
                  <a:srgbClr val="FFFFFF"/>
                </a:solidFill>
              </a:defRPr>
            </a:lvl5pPr>
            <a:lvl6pPr>
              <a:defRPr sz="3150" b="1">
                <a:solidFill>
                  <a:srgbClr val="FFFFFF"/>
                </a:solidFill>
              </a:defRPr>
            </a:lvl6pPr>
            <a:lvl7pPr>
              <a:defRPr sz="3150" b="1">
                <a:solidFill>
                  <a:srgbClr val="FFFFFF"/>
                </a:solidFill>
              </a:defRPr>
            </a:lvl7pPr>
            <a:lvl8pPr>
              <a:defRPr sz="3150" b="1">
                <a:solidFill>
                  <a:srgbClr val="FFFFFF"/>
                </a:solidFill>
              </a:defRPr>
            </a:lvl8pPr>
            <a:lvl9pPr>
              <a:defRPr sz="31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Separate maps and packed maps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B8C65E-0913-427F-8156-18A20672F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C4D3E3"/>
                </a:solidFill>
              </a:defRPr>
            </a:defPPr>
            <a:lvl1pPr>
              <a:defRPr sz="1200" b="0">
                <a:solidFill>
                  <a:srgbClr val="C4D3E3"/>
                </a:solidFill>
              </a:defRPr>
            </a:lvl1pPr>
            <a:lvl2pPr>
              <a:defRPr sz="1200" b="0">
                <a:solidFill>
                  <a:srgbClr val="C4D3E3"/>
                </a:solidFill>
              </a:defRPr>
            </a:lvl2pPr>
            <a:lvl3pPr>
              <a:defRPr sz="1200" b="0">
                <a:solidFill>
                  <a:srgbClr val="C4D3E3"/>
                </a:solidFill>
              </a:defRPr>
            </a:lvl3pPr>
            <a:lvl4pPr>
              <a:defRPr sz="1200" b="0">
                <a:solidFill>
                  <a:srgbClr val="C4D3E3"/>
                </a:solidFill>
              </a:defRPr>
            </a:lvl4pPr>
            <a:lvl5pPr>
              <a:defRPr sz="1200" b="0">
                <a:solidFill>
                  <a:srgbClr val="C4D3E3"/>
                </a:solidFill>
              </a:defRPr>
            </a:lvl5pPr>
            <a:lvl6pPr>
              <a:defRPr sz="1200" b="0">
                <a:solidFill>
                  <a:srgbClr val="C4D3E3"/>
                </a:solidFill>
              </a:defRPr>
            </a:lvl6pPr>
            <a:lvl7pPr>
              <a:defRPr sz="1200" b="0">
                <a:solidFill>
                  <a:srgbClr val="C4D3E3"/>
                </a:solidFill>
              </a:defRPr>
            </a:lvl7pPr>
            <a:lvl8pPr>
              <a:defRPr sz="1200" b="0">
                <a:solidFill>
                  <a:srgbClr val="C4D3E3"/>
                </a:solidFill>
              </a:defRPr>
            </a:lvl8pPr>
            <a:lvl9pPr>
              <a:defRPr sz="1200" b="0">
                <a:solidFill>
                  <a:srgbClr val="C4D3E3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C4D3E3"/>
                </a:solidFill>
              </a:defRPr>
            </a:pPr>
            <a:r>
              <a:rPr sz="1200" b="0">
                <a:solidFill>
                  <a:srgbClr val="C4D3E3"/>
                </a:solidFill>
              </a:rPr>
              <a:t>6C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0BBDA7-0547-4942-9071-509E4C84C9BF}"/>
              </a:ext>
            </a:extLst>
          </p:cNvPr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3333750"/>
                <a:gridCol w="4591050"/>
              </a:tblGrid>
              <a:tr h="73818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62DFF5"/>
                          </a:solidFill>
                        </a:rPr>
                        <a:t>UsePackedORM</a:t>
                      </a:r>
                    </a:p>
                  </a:txBody>
                  <a:tcPr marL="91440" marR="91440" marT="45720" marB="45720">
                    <a:solidFill>
                      <a:srgbClr val="203B5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62DFF5"/>
                          </a:solidFill>
                        </a:rPr>
                        <a:t>Signal</a:t>
                      </a:r>
                    </a:p>
                  </a:txBody>
                  <a:tcPr marL="91440" marR="91440" marT="45720" marB="45720">
                    <a:solidFill>
                      <a:srgbClr val="203B5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62DFF5"/>
                          </a:solidFill>
                        </a:rPr>
                        <a:t>Active controls</a:t>
                      </a:r>
                    </a:p>
                  </a:txBody>
                  <a:tcPr marL="91440" marR="91440" marT="45720" marB="45720">
                    <a:solidFill>
                      <a:srgbClr val="203B53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</a:rPr>
                        <a:t>Off</a:t>
                      </a:r>
                    </a:p>
                  </a:txBody>
                  <a:tcPr marL="91440" marR="91440" marT="45720" marB="45720">
                    <a:solidFill>
                      <a:srgbClr val="101E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</a:rPr>
                        <a:t>RoughnessTexture R</a:t>
                      </a:r>
                    </a:p>
                  </a:txBody>
                  <a:tcPr marL="91440" marR="91440" marT="45720" marB="45720">
                    <a:solidFill>
                      <a:srgbClr val="101E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</a:rPr>
                        <a:t>MinRoughness / MaxRoughness</a:t>
                      </a:r>
                    </a:p>
                  </a:txBody>
                  <a:tcPr marL="91440" marR="91440" marT="45720" marB="45720">
                    <a:solidFill>
                      <a:srgbClr val="101E30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</a:rPr>
                        <a:t>On</a:t>
                      </a:r>
                    </a:p>
                  </a:txBody>
                  <a:tcPr marL="91440" marR="91440" marT="45720" marB="45720">
                    <a:solidFill>
                      <a:srgbClr val="142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</a:rPr>
                        <a:t>ORMTexture G</a:t>
                      </a:r>
                    </a:p>
                  </a:txBody>
                  <a:tcPr marL="91440" marR="91440" marT="45720" marB="45720">
                    <a:solidFill>
                      <a:srgbClr val="142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</a:rPr>
                        <a:t>ORM_MinRoughness / ORM_MaxRoughness</a:t>
                      </a:r>
                    </a:p>
                  </a:txBody>
                  <a:tcPr marL="91440" marR="91440" marT="45720" marB="45720">
                    <a:solidFill>
                      <a:srgbClr val="14263A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</a:rPr>
                        <a:t>On</a:t>
                      </a:r>
                    </a:p>
                  </a:txBody>
                  <a:tcPr marL="91440" marR="91440" marT="45720" marB="45720">
                    <a:solidFill>
                      <a:srgbClr val="101E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</a:rPr>
                        <a:t>ORM R / ORM B</a:t>
                      </a:r>
                    </a:p>
                  </a:txBody>
                  <a:tcPr marL="91440" marR="91440" marT="45720" marB="45720">
                    <a:solidFill>
                      <a:srgbClr val="101E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</a:rPr>
                        <a:t>AO / metallic data</a:t>
                      </a:r>
                    </a:p>
                  </a:txBody>
                  <a:tcPr marL="91440" marR="91440" marT="45720" marB="45720">
                    <a:solidFill>
                      <a:srgbClr val="101E30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F433A9-C519-4D37-9D2B-D33837832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C4D3E3"/>
                </a:solidFill>
              </a:defRPr>
            </a:defPPr>
            <a:lvl1pPr>
              <a:defRPr sz="1800" b="0">
                <a:solidFill>
                  <a:srgbClr val="C4D3E3"/>
                </a:solidFill>
              </a:defRPr>
            </a:lvl1pPr>
            <a:lvl2pPr>
              <a:defRPr sz="1800" b="0">
                <a:solidFill>
                  <a:srgbClr val="C4D3E3"/>
                </a:solidFill>
              </a:defRPr>
            </a:lvl2pPr>
            <a:lvl3pPr>
              <a:defRPr sz="1800" b="0">
                <a:solidFill>
                  <a:srgbClr val="C4D3E3"/>
                </a:solidFill>
              </a:defRPr>
            </a:lvl3pPr>
            <a:lvl4pPr>
              <a:defRPr sz="1800" b="0">
                <a:solidFill>
                  <a:srgbClr val="C4D3E3"/>
                </a:solidFill>
              </a:defRPr>
            </a:lvl4pPr>
            <a:lvl5pPr>
              <a:defRPr sz="1800" b="0">
                <a:solidFill>
                  <a:srgbClr val="C4D3E3"/>
                </a:solidFill>
              </a:defRPr>
            </a:lvl5pPr>
            <a:lvl6pPr>
              <a:defRPr sz="1800" b="0">
                <a:solidFill>
                  <a:srgbClr val="C4D3E3"/>
                </a:solidFill>
              </a:defRPr>
            </a:lvl6pPr>
            <a:lvl7pPr>
              <a:defRPr sz="1800" b="0">
                <a:solidFill>
                  <a:srgbClr val="C4D3E3"/>
                </a:solidFill>
              </a:defRPr>
            </a:lvl7pPr>
            <a:lvl8pPr>
              <a:defRPr sz="1800" b="0">
                <a:solidFill>
                  <a:srgbClr val="C4D3E3"/>
                </a:solidFill>
              </a:defRPr>
            </a:lvl8pPr>
            <a:lvl9pPr>
              <a:defRPr sz="1800" b="0">
                <a:solidFill>
                  <a:srgbClr val="C4D3E3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C4D3E3"/>
                </a:solidFill>
              </a:defRPr>
            </a:pPr>
            <a:r>
              <a:rPr sz="1800" b="0">
                <a:solidFill>
                  <a:srgbClr val="C4D3E3"/>
                </a:solidFill>
              </a:rPr>
              <a:t>ORM here: R = AO, G = roughness, B = metallic. Station 07 uses MRAH.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EBF8D5-9CA9-4B37-B41F-8250DD9EB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72D4C1"/>
                </a:solidFill>
              </a:defRPr>
            </a:defPPr>
            <a:lvl1pPr>
              <a:defRPr sz="1725" b="1">
                <a:solidFill>
                  <a:srgbClr val="72D4C1"/>
                </a:solidFill>
              </a:defRPr>
            </a:lvl1pPr>
            <a:lvl2pPr>
              <a:defRPr sz="1725" b="1">
                <a:solidFill>
                  <a:srgbClr val="72D4C1"/>
                </a:solidFill>
              </a:defRPr>
            </a:lvl2pPr>
            <a:lvl3pPr>
              <a:defRPr sz="1725" b="1">
                <a:solidFill>
                  <a:srgbClr val="72D4C1"/>
                </a:solidFill>
              </a:defRPr>
            </a:lvl3pPr>
            <a:lvl4pPr>
              <a:defRPr sz="1725" b="1">
                <a:solidFill>
                  <a:srgbClr val="72D4C1"/>
                </a:solidFill>
              </a:defRPr>
            </a:lvl4pPr>
            <a:lvl5pPr>
              <a:defRPr sz="1725" b="1">
                <a:solidFill>
                  <a:srgbClr val="72D4C1"/>
                </a:solidFill>
              </a:defRPr>
            </a:lvl5pPr>
            <a:lvl6pPr>
              <a:defRPr sz="1725" b="1">
                <a:solidFill>
                  <a:srgbClr val="72D4C1"/>
                </a:solidFill>
              </a:defRPr>
            </a:lvl6pPr>
            <a:lvl7pPr>
              <a:defRPr sz="1725" b="1">
                <a:solidFill>
                  <a:srgbClr val="72D4C1"/>
                </a:solidFill>
              </a:defRPr>
            </a:lvl7pPr>
            <a:lvl8pPr>
              <a:defRPr sz="1725" b="1">
                <a:solidFill>
                  <a:srgbClr val="72D4C1"/>
                </a:solidFill>
              </a:defRPr>
            </a:lvl8pPr>
            <a:lvl9pPr>
              <a:defRPr sz="1725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72D4C1"/>
                </a:solidFill>
              </a:defRPr>
            </a:pPr>
            <a:r>
              <a:rPr sz="1725" b="1">
                <a:solidFill>
                  <a:srgbClr val="72D4C1"/>
                </a:solidFill>
              </a:rPr>
              <a:t>Why can MinRoughness change numerically but leave the surface unchanged?</a:t>
            </a:r>
          </a:p>
        </p:txBody>
      </p:sp>
    </p:spTree>
    <p:extLst>
      <p:ext uri="{BB962C8B-B14F-4D97-AF65-F5344CB8AC3E}">
        <p14:creationId xmlns:p14="http://schemas.microsoft.com/office/powerpoint/2010/main" val="166724798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A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CB928B-7E65-4CEF-BFB5-0B7DBD4386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5138f0376d4f65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D6B916-9B0A-4C8E-A5C7-52E86C7FB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62DFF5"/>
                </a:solidFill>
              </a:defRPr>
            </a:defPPr>
            <a:lvl1pPr>
              <a:defRPr sz="1350" b="1">
                <a:solidFill>
                  <a:srgbClr val="62DFF5"/>
                </a:solidFill>
              </a:defRPr>
            </a:lvl1pPr>
            <a:lvl2pPr>
              <a:defRPr sz="1350" b="1">
                <a:solidFill>
                  <a:srgbClr val="62DFF5"/>
                </a:solidFill>
              </a:defRPr>
            </a:lvl2pPr>
            <a:lvl3pPr>
              <a:defRPr sz="1350" b="1">
                <a:solidFill>
                  <a:srgbClr val="62DFF5"/>
                </a:solidFill>
              </a:defRPr>
            </a:lvl3pPr>
            <a:lvl4pPr>
              <a:defRPr sz="1350" b="1">
                <a:solidFill>
                  <a:srgbClr val="62DFF5"/>
                </a:solidFill>
              </a:defRPr>
            </a:lvl4pPr>
            <a:lvl5pPr>
              <a:defRPr sz="1350" b="1">
                <a:solidFill>
                  <a:srgbClr val="62DFF5"/>
                </a:solidFill>
              </a:defRPr>
            </a:lvl5pPr>
            <a:lvl6pPr>
              <a:defRPr sz="1350" b="1">
                <a:solidFill>
                  <a:srgbClr val="62DFF5"/>
                </a:solidFill>
              </a:defRPr>
            </a:lvl6pPr>
            <a:lvl7pPr>
              <a:defRPr sz="1350" b="1">
                <a:solidFill>
                  <a:srgbClr val="62DFF5"/>
                </a:solidFill>
              </a:defRPr>
            </a:lvl7pPr>
            <a:lvl8pPr>
              <a:defRPr sz="1350" b="1">
                <a:solidFill>
                  <a:srgbClr val="62DFF5"/>
                </a:solidFill>
              </a:defRPr>
            </a:lvl8pPr>
            <a:lvl9pPr>
              <a:defRPr sz="1350" b="1">
                <a:solidFill>
                  <a:srgbClr val="62DFF5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62DFF5"/>
                </a:solidFill>
              </a:defRPr>
            </a:pPr>
            <a:r>
              <a:rPr sz="1350" b="1">
                <a:solidFill>
                  <a:srgbClr val="62DFF5"/>
                </a:solidFill>
              </a:rPr>
              <a:t>LAB ROUTE 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73DF60-09CF-43AF-8BDF-61B86ABA8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FFFFF"/>
                </a:solidFill>
              </a:defRPr>
            </a:defPPr>
            <a:lvl1pPr>
              <a:defRPr sz="3150" b="1">
                <a:solidFill>
                  <a:srgbClr val="FFFFFF"/>
                </a:solidFill>
              </a:defRPr>
            </a:lvl1pPr>
            <a:lvl2pPr>
              <a:defRPr sz="3150" b="1">
                <a:solidFill>
                  <a:srgbClr val="FFFFFF"/>
                </a:solidFill>
              </a:defRPr>
            </a:lvl2pPr>
            <a:lvl3pPr>
              <a:defRPr sz="3150" b="1">
                <a:solidFill>
                  <a:srgbClr val="FFFFFF"/>
                </a:solidFill>
              </a:defRPr>
            </a:lvl3pPr>
            <a:lvl4pPr>
              <a:defRPr sz="3150" b="1">
                <a:solidFill>
                  <a:srgbClr val="FFFFFF"/>
                </a:solidFill>
              </a:defRPr>
            </a:lvl4pPr>
            <a:lvl5pPr>
              <a:defRPr sz="3150" b="1">
                <a:solidFill>
                  <a:srgbClr val="FFFFFF"/>
                </a:solidFill>
              </a:defRPr>
            </a:lvl5pPr>
            <a:lvl6pPr>
              <a:defRPr sz="3150" b="1">
                <a:solidFill>
                  <a:srgbClr val="FFFFFF"/>
                </a:solidFill>
              </a:defRPr>
            </a:lvl6pPr>
            <a:lvl7pPr>
              <a:defRPr sz="3150" b="1">
                <a:solidFill>
                  <a:srgbClr val="FFFFFF"/>
                </a:solidFill>
              </a:defRPr>
            </a:lvl7pPr>
            <a:lvl8pPr>
              <a:defRPr sz="3150" b="1">
                <a:solidFill>
                  <a:srgbClr val="FFFFFF"/>
                </a:solidFill>
              </a:defRPr>
            </a:lvl8pPr>
            <a:lvl9pPr>
              <a:defRPr sz="31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Controlled roughness comparison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C35D92-B8B5-48EC-932C-D3B237DC8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C4D3E3"/>
                </a:solidFill>
              </a:defRPr>
            </a:defPPr>
            <a:lvl1pPr>
              <a:defRPr sz="1200" b="0">
                <a:solidFill>
                  <a:srgbClr val="C4D3E3"/>
                </a:solidFill>
              </a:defRPr>
            </a:lvl1pPr>
            <a:lvl2pPr>
              <a:defRPr sz="1200" b="0">
                <a:solidFill>
                  <a:srgbClr val="C4D3E3"/>
                </a:solidFill>
              </a:defRPr>
            </a:lvl2pPr>
            <a:lvl3pPr>
              <a:defRPr sz="1200" b="0">
                <a:solidFill>
                  <a:srgbClr val="C4D3E3"/>
                </a:solidFill>
              </a:defRPr>
            </a:lvl3pPr>
            <a:lvl4pPr>
              <a:defRPr sz="1200" b="0">
                <a:solidFill>
                  <a:srgbClr val="C4D3E3"/>
                </a:solidFill>
              </a:defRPr>
            </a:lvl4pPr>
            <a:lvl5pPr>
              <a:defRPr sz="1200" b="0">
                <a:solidFill>
                  <a:srgbClr val="C4D3E3"/>
                </a:solidFill>
              </a:defRPr>
            </a:lvl5pPr>
            <a:lvl6pPr>
              <a:defRPr sz="1200" b="0">
                <a:solidFill>
                  <a:srgbClr val="C4D3E3"/>
                </a:solidFill>
              </a:defRPr>
            </a:lvl6pPr>
            <a:lvl7pPr>
              <a:defRPr sz="1200" b="0">
                <a:solidFill>
                  <a:srgbClr val="C4D3E3"/>
                </a:solidFill>
              </a:defRPr>
            </a:lvl7pPr>
            <a:lvl8pPr>
              <a:defRPr sz="1200" b="0">
                <a:solidFill>
                  <a:srgbClr val="C4D3E3"/>
                </a:solidFill>
              </a:defRPr>
            </a:lvl8pPr>
            <a:lvl9pPr>
              <a:defRPr sz="1200" b="0">
                <a:solidFill>
                  <a:srgbClr val="C4D3E3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C4D3E3"/>
                </a:solidFill>
              </a:defRPr>
            </a:pPr>
            <a:r>
              <a:rPr sz="1200" b="0">
                <a:solidFill>
                  <a:srgbClr val="C4D3E3"/>
                </a:solidFill>
              </a:rPr>
              <a:t>6D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F9FD11-C936-4EAA-AA79-58DDABA104DA}"/>
              </a:ext>
            </a:extLst>
          </p:cNvPr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3333750"/>
                <a:gridCol w="4591050"/>
              </a:tblGrid>
              <a:tr h="73818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62DFF5"/>
                          </a:solidFill>
                        </a:rPr>
                        <a:t>State</a:t>
                      </a:r>
                    </a:p>
                  </a:txBody>
                  <a:tcPr marL="91440" marR="91440" marT="45720" marB="45720">
                    <a:solidFill>
                      <a:srgbClr val="203B5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62DFF5"/>
                          </a:solidFill>
                        </a:rPr>
                        <a:t>MinRoughness</a:t>
                      </a:r>
                    </a:p>
                  </a:txBody>
                  <a:tcPr marL="91440" marR="91440" marT="45720" marB="45720">
                    <a:solidFill>
                      <a:srgbClr val="203B5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62DFF5"/>
                          </a:solidFill>
                        </a:rPr>
                        <a:t>MaxRoughness</a:t>
                      </a:r>
                    </a:p>
                  </a:txBody>
                  <a:tcPr marL="91440" marR="91440" marT="45720" marB="45720">
                    <a:solidFill>
                      <a:srgbClr val="203B53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</a:rPr>
                        <a:t>Original supplied instance</a:t>
                      </a:r>
                    </a:p>
                  </a:txBody>
                  <a:tcPr marL="91440" marR="91440" marT="45720" marB="45720">
                    <a:solidFill>
                      <a:srgbClr val="101E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</a:rPr>
                        <a:t>0.12</a:t>
                      </a:r>
                    </a:p>
                  </a:txBody>
                  <a:tcPr marL="91440" marR="91440" marT="45720" marB="45720">
                    <a:solidFill>
                      <a:srgbClr val="101E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</a:rPr>
                        <a:t>0.12</a:t>
                      </a:r>
                    </a:p>
                  </a:txBody>
                  <a:tcPr marL="91440" marR="91440" marT="45720" marB="45720">
                    <a:solidFill>
                      <a:srgbClr val="101E30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</a:rPr>
                        <a:t>A: controlled baseline</a:t>
                      </a:r>
                    </a:p>
                  </a:txBody>
                  <a:tcPr marL="91440" marR="91440" marT="45720" marB="45720">
                    <a:solidFill>
                      <a:srgbClr val="142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</a:rPr>
                        <a:t>0.20</a:t>
                      </a:r>
                    </a:p>
                  </a:txBody>
                  <a:tcPr marL="91440" marR="91440" marT="45720" marB="45720">
                    <a:solidFill>
                      <a:srgbClr val="142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</a:rPr>
                        <a:t>0.20</a:t>
                      </a:r>
                    </a:p>
                  </a:txBody>
                  <a:tcPr marL="91440" marR="91440" marT="45720" marB="45720">
                    <a:solidFill>
                      <a:srgbClr val="14263A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</a:rPr>
                        <a:t>B: changed response</a:t>
                      </a:r>
                    </a:p>
                  </a:txBody>
                  <a:tcPr marL="91440" marR="91440" marT="45720" marB="45720">
                    <a:solidFill>
                      <a:srgbClr val="101E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</a:rPr>
                        <a:t>0.80</a:t>
                      </a:r>
                    </a:p>
                  </a:txBody>
                  <a:tcPr marL="91440" marR="91440" marT="45720" marB="45720">
                    <a:solidFill>
                      <a:srgbClr val="101E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</a:rPr>
                        <a:t>0.80</a:t>
                      </a:r>
                    </a:p>
                  </a:txBody>
                  <a:tcPr marL="91440" marR="91440" marT="45720" marB="45720">
                    <a:solidFill>
                      <a:srgbClr val="101E30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D133DF-FA1A-4B22-A7E4-584612EE8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C4D3E3"/>
                </a:solidFill>
              </a:defRPr>
            </a:defPPr>
            <a:lvl1pPr>
              <a:defRPr sz="1800" b="0">
                <a:solidFill>
                  <a:srgbClr val="C4D3E3"/>
                </a:solidFill>
              </a:defRPr>
            </a:lvl1pPr>
            <a:lvl2pPr>
              <a:defRPr sz="1800" b="0">
                <a:solidFill>
                  <a:srgbClr val="C4D3E3"/>
                </a:solidFill>
              </a:defRPr>
            </a:lvl2pPr>
            <a:lvl3pPr>
              <a:defRPr sz="1800" b="0">
                <a:solidFill>
                  <a:srgbClr val="C4D3E3"/>
                </a:solidFill>
              </a:defRPr>
            </a:lvl3pPr>
            <a:lvl4pPr>
              <a:defRPr sz="1800" b="0">
                <a:solidFill>
                  <a:srgbClr val="C4D3E3"/>
                </a:solidFill>
              </a:defRPr>
            </a:lvl4pPr>
            <a:lvl5pPr>
              <a:defRPr sz="1800" b="0">
                <a:solidFill>
                  <a:srgbClr val="C4D3E3"/>
                </a:solidFill>
              </a:defRPr>
            </a:lvl5pPr>
            <a:lvl6pPr>
              <a:defRPr sz="1800" b="0">
                <a:solidFill>
                  <a:srgbClr val="C4D3E3"/>
                </a:solidFill>
              </a:defRPr>
            </a:lvl6pPr>
            <a:lvl7pPr>
              <a:defRPr sz="1800" b="0">
                <a:solidFill>
                  <a:srgbClr val="C4D3E3"/>
                </a:solidFill>
              </a:defRPr>
            </a:lvl7pPr>
            <a:lvl8pPr>
              <a:defRPr sz="1800" b="0">
                <a:solidFill>
                  <a:srgbClr val="C4D3E3"/>
                </a:solidFill>
              </a:defRPr>
            </a:lvl8pPr>
            <a:lvl9pPr>
              <a:defRPr sz="1800" b="0">
                <a:solidFill>
                  <a:srgbClr val="C4D3E3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C4D3E3"/>
                </a:solidFill>
              </a:defRPr>
            </a:pPr>
            <a:r>
              <a:rPr sz="1800" b="0">
                <a:solidFill>
                  <a:srgbClr val="C4D3E3"/>
                </a:solidFill>
              </a:rPr>
              <a:t>UsePackedORM off · same mesh, tint, normal, lighting, exposure and camera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D05F15-83C1-4455-95E9-8979A539B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72D4C1"/>
                </a:solidFill>
              </a:defRPr>
            </a:defPPr>
            <a:lvl1pPr>
              <a:defRPr sz="1725" b="1">
                <a:solidFill>
                  <a:srgbClr val="72D4C1"/>
                </a:solidFill>
              </a:defRPr>
            </a:lvl1pPr>
            <a:lvl2pPr>
              <a:defRPr sz="1725" b="1">
                <a:solidFill>
                  <a:srgbClr val="72D4C1"/>
                </a:solidFill>
              </a:defRPr>
            </a:lvl2pPr>
            <a:lvl3pPr>
              <a:defRPr sz="1725" b="1">
                <a:solidFill>
                  <a:srgbClr val="72D4C1"/>
                </a:solidFill>
              </a:defRPr>
            </a:lvl3pPr>
            <a:lvl4pPr>
              <a:defRPr sz="1725" b="1">
                <a:solidFill>
                  <a:srgbClr val="72D4C1"/>
                </a:solidFill>
              </a:defRPr>
            </a:lvl4pPr>
            <a:lvl5pPr>
              <a:defRPr sz="1725" b="1">
                <a:solidFill>
                  <a:srgbClr val="72D4C1"/>
                </a:solidFill>
              </a:defRPr>
            </a:lvl5pPr>
            <a:lvl6pPr>
              <a:defRPr sz="1725" b="1">
                <a:solidFill>
                  <a:srgbClr val="72D4C1"/>
                </a:solidFill>
              </a:defRPr>
            </a:lvl6pPr>
            <a:lvl7pPr>
              <a:defRPr sz="1725" b="1">
                <a:solidFill>
                  <a:srgbClr val="72D4C1"/>
                </a:solidFill>
              </a:defRPr>
            </a:lvl7pPr>
            <a:lvl8pPr>
              <a:defRPr sz="1725" b="1">
                <a:solidFill>
                  <a:srgbClr val="72D4C1"/>
                </a:solidFill>
              </a:defRPr>
            </a:lvl8pPr>
            <a:lvl9pPr>
              <a:defRPr sz="1725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72D4C1"/>
                </a:solidFill>
              </a:defRPr>
            </a:pPr>
            <a:r>
              <a:rPr sz="1725" b="1">
                <a:solidFill>
                  <a:srgbClr val="72D4C1"/>
                </a:solidFill>
              </a:rPr>
              <a:t>If both endpoints equal 0.2, can the texture vary the output?</a:t>
            </a:r>
          </a:p>
        </p:txBody>
      </p:sp>
    </p:spTree>
    <p:extLst>
      <p:ext uri="{BB962C8B-B14F-4D97-AF65-F5344CB8AC3E}">
        <p14:creationId xmlns:p14="http://schemas.microsoft.com/office/powerpoint/2010/main" val="187602626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A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2E79D0-C399-4AD1-B5BA-D7C8F2D1BE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bf6dd11377481e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DFB89F-B979-457F-9DBD-ED1FA9019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62DFF5"/>
                </a:solidFill>
              </a:defRPr>
            </a:defPPr>
            <a:lvl1pPr>
              <a:defRPr sz="1350" b="1">
                <a:solidFill>
                  <a:srgbClr val="62DFF5"/>
                </a:solidFill>
              </a:defRPr>
            </a:lvl1pPr>
            <a:lvl2pPr>
              <a:defRPr sz="1350" b="1">
                <a:solidFill>
                  <a:srgbClr val="62DFF5"/>
                </a:solidFill>
              </a:defRPr>
            </a:lvl2pPr>
            <a:lvl3pPr>
              <a:defRPr sz="1350" b="1">
                <a:solidFill>
                  <a:srgbClr val="62DFF5"/>
                </a:solidFill>
              </a:defRPr>
            </a:lvl3pPr>
            <a:lvl4pPr>
              <a:defRPr sz="1350" b="1">
                <a:solidFill>
                  <a:srgbClr val="62DFF5"/>
                </a:solidFill>
              </a:defRPr>
            </a:lvl4pPr>
            <a:lvl5pPr>
              <a:defRPr sz="1350" b="1">
                <a:solidFill>
                  <a:srgbClr val="62DFF5"/>
                </a:solidFill>
              </a:defRPr>
            </a:lvl5pPr>
            <a:lvl6pPr>
              <a:defRPr sz="1350" b="1">
                <a:solidFill>
                  <a:srgbClr val="62DFF5"/>
                </a:solidFill>
              </a:defRPr>
            </a:lvl6pPr>
            <a:lvl7pPr>
              <a:defRPr sz="1350" b="1">
                <a:solidFill>
                  <a:srgbClr val="62DFF5"/>
                </a:solidFill>
              </a:defRPr>
            </a:lvl7pPr>
            <a:lvl8pPr>
              <a:defRPr sz="1350" b="1">
                <a:solidFill>
                  <a:srgbClr val="62DFF5"/>
                </a:solidFill>
              </a:defRPr>
            </a:lvl8pPr>
            <a:lvl9pPr>
              <a:defRPr sz="1350" b="1">
                <a:solidFill>
                  <a:srgbClr val="62DFF5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62DFF5"/>
                </a:solidFill>
              </a:defRPr>
            </a:pPr>
            <a:r>
              <a:rPr sz="1350" b="1">
                <a:solidFill>
                  <a:srgbClr val="62DFF5"/>
                </a:solidFill>
              </a:rPr>
              <a:t>UV CONTROLS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71CE8D-A2B2-414C-9BD2-37F5179DA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FFFFF"/>
                </a:solidFill>
              </a:defRPr>
            </a:defPPr>
            <a:lvl1pPr>
              <a:defRPr sz="3150" b="1">
                <a:solidFill>
                  <a:srgbClr val="FFFFFF"/>
                </a:solidFill>
              </a:defRPr>
            </a:lvl1pPr>
            <a:lvl2pPr>
              <a:defRPr sz="3150" b="1">
                <a:solidFill>
                  <a:srgbClr val="FFFFFF"/>
                </a:solidFill>
              </a:defRPr>
            </a:lvl2pPr>
            <a:lvl3pPr>
              <a:defRPr sz="3150" b="1">
                <a:solidFill>
                  <a:srgbClr val="FFFFFF"/>
                </a:solidFill>
              </a:defRPr>
            </a:lvl3pPr>
            <a:lvl4pPr>
              <a:defRPr sz="3150" b="1">
                <a:solidFill>
                  <a:srgbClr val="FFFFFF"/>
                </a:solidFill>
              </a:defRPr>
            </a:lvl4pPr>
            <a:lvl5pPr>
              <a:defRPr sz="3150" b="1">
                <a:solidFill>
                  <a:srgbClr val="FFFFFF"/>
                </a:solidFill>
              </a:defRPr>
            </a:lvl5pPr>
            <a:lvl6pPr>
              <a:defRPr sz="3150" b="1">
                <a:solidFill>
                  <a:srgbClr val="FFFFFF"/>
                </a:solidFill>
              </a:defRPr>
            </a:lvl6pPr>
            <a:lvl7pPr>
              <a:defRPr sz="3150" b="1">
                <a:solidFill>
                  <a:srgbClr val="FFFFFF"/>
                </a:solidFill>
              </a:defRPr>
            </a:lvl7pPr>
            <a:lvl8pPr>
              <a:defRPr sz="3150" b="1">
                <a:solidFill>
                  <a:srgbClr val="FFFFFF"/>
                </a:solidFill>
              </a:defRPr>
            </a:lvl8pPr>
            <a:lvl9pPr>
              <a:defRPr sz="31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UV tiling and offset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413F7F-8FF4-4F88-99C1-26EB6A90E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C4D3E3"/>
                </a:solidFill>
              </a:defRPr>
            </a:defPPr>
            <a:lvl1pPr>
              <a:defRPr sz="1200" b="0">
                <a:solidFill>
                  <a:srgbClr val="C4D3E3"/>
                </a:solidFill>
              </a:defRPr>
            </a:lvl1pPr>
            <a:lvl2pPr>
              <a:defRPr sz="1200" b="0">
                <a:solidFill>
                  <a:srgbClr val="C4D3E3"/>
                </a:solidFill>
              </a:defRPr>
            </a:lvl2pPr>
            <a:lvl3pPr>
              <a:defRPr sz="1200" b="0">
                <a:solidFill>
                  <a:srgbClr val="C4D3E3"/>
                </a:solidFill>
              </a:defRPr>
            </a:lvl3pPr>
            <a:lvl4pPr>
              <a:defRPr sz="1200" b="0">
                <a:solidFill>
                  <a:srgbClr val="C4D3E3"/>
                </a:solidFill>
              </a:defRPr>
            </a:lvl4pPr>
            <a:lvl5pPr>
              <a:defRPr sz="1200" b="0">
                <a:solidFill>
                  <a:srgbClr val="C4D3E3"/>
                </a:solidFill>
              </a:defRPr>
            </a:lvl5pPr>
            <a:lvl6pPr>
              <a:defRPr sz="1200" b="0">
                <a:solidFill>
                  <a:srgbClr val="C4D3E3"/>
                </a:solidFill>
              </a:defRPr>
            </a:lvl6pPr>
            <a:lvl7pPr>
              <a:defRPr sz="1200" b="0">
                <a:solidFill>
                  <a:srgbClr val="C4D3E3"/>
                </a:solidFill>
              </a:defRPr>
            </a:lvl7pPr>
            <a:lvl8pPr>
              <a:defRPr sz="1200" b="0">
                <a:solidFill>
                  <a:srgbClr val="C4D3E3"/>
                </a:solidFill>
              </a:defRPr>
            </a:lvl8pPr>
            <a:lvl9pPr>
              <a:defRPr sz="1200" b="0">
                <a:solidFill>
                  <a:srgbClr val="C4D3E3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C4D3E3"/>
                </a:solidFill>
              </a:defRPr>
            </a:pPr>
            <a:r>
              <a:rPr sz="1200" b="0">
                <a:solidFill>
                  <a:srgbClr val="C4D3E3"/>
                </a:solidFill>
              </a:rPr>
              <a:t>6E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C5D3E5-F149-4C66-A929-8F3FAE536B8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a0b9cd5cd74bb5"/>
          <a:stretch xmlns:a="http://schemas.openxmlformats.org/drawingml/2006/main"/>
        </p:blipFill>
        <p:spPr>
          <a:xfrm xmlns:a="http://schemas.openxmlformats.org/drawingml/2006/main">
            <a:off x="609600" y="2093119"/>
            <a:ext cx="6477000" cy="364331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F9DDF4-994A-4CEB-A61A-9E33295A8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52625"/>
            <a:ext cx="4048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72D4C1"/>
                </a:solidFill>
              </a:defRPr>
            </a:defPPr>
            <a:lvl1pPr>
              <a:defRPr sz="2100" b="1">
                <a:solidFill>
                  <a:srgbClr val="72D4C1"/>
                </a:solidFill>
              </a:defRPr>
            </a:lvl1pPr>
            <a:lvl2pPr>
              <a:defRPr sz="2100" b="1">
                <a:solidFill>
                  <a:srgbClr val="72D4C1"/>
                </a:solidFill>
              </a:defRPr>
            </a:lvl2pPr>
            <a:lvl3pPr>
              <a:defRPr sz="2100" b="1">
                <a:solidFill>
                  <a:srgbClr val="72D4C1"/>
                </a:solidFill>
              </a:defRPr>
            </a:lvl3pPr>
            <a:lvl4pPr>
              <a:defRPr sz="2100" b="1">
                <a:solidFill>
                  <a:srgbClr val="72D4C1"/>
                </a:solidFill>
              </a:defRPr>
            </a:lvl4pPr>
            <a:lvl5pPr>
              <a:defRPr sz="2100" b="1">
                <a:solidFill>
                  <a:srgbClr val="72D4C1"/>
                </a:solidFill>
              </a:defRPr>
            </a:lvl5pPr>
            <a:lvl6pPr>
              <a:defRPr sz="2100" b="1">
                <a:solidFill>
                  <a:srgbClr val="72D4C1"/>
                </a:solidFill>
              </a:defRPr>
            </a:lvl6pPr>
            <a:lvl7pPr>
              <a:defRPr sz="2100" b="1">
                <a:solidFill>
                  <a:srgbClr val="72D4C1"/>
                </a:solidFill>
              </a:defRPr>
            </a:lvl7pPr>
            <a:lvl8pPr>
              <a:defRPr sz="2100" b="1">
                <a:solidFill>
                  <a:srgbClr val="72D4C1"/>
                </a:solidFill>
              </a:defRPr>
            </a:lvl8pPr>
            <a:lvl9pPr>
              <a:defRPr sz="2100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72D4C1"/>
                </a:solidFill>
              </a:defRPr>
            </a:pPr>
            <a:r>
              <a:rPr sz="2100" b="1">
                <a:solidFill>
                  <a:srgbClr val="72D4C1"/>
                </a:solidFill>
              </a:rPr>
              <a:t>UV transform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D7AB5A-A477-4B49-961D-33434EBCD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62200"/>
            <a:ext cx="4048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FFFFFF"/>
                </a:solidFill>
              </a:defRPr>
            </a:defPPr>
            <a:lvl1pPr>
              <a:defRPr sz="1800" b="0">
                <a:solidFill>
                  <a:srgbClr val="FFFFFF"/>
                </a:solidFill>
              </a:defRPr>
            </a:lvl1pPr>
            <a:lvl2pPr>
              <a:defRPr sz="1800" b="0">
                <a:solidFill>
                  <a:srgbClr val="FFFFFF"/>
                </a:solidFill>
              </a:defRPr>
            </a:lvl2pPr>
            <a:lvl3pPr>
              <a:defRPr sz="1800" b="0">
                <a:solidFill>
                  <a:srgbClr val="FFFFFF"/>
                </a:solidFill>
              </a:defRPr>
            </a:lvl3pPr>
            <a:lvl4pPr>
              <a:defRPr sz="1800" b="0">
                <a:solidFill>
                  <a:srgbClr val="FFFFFF"/>
                </a:solidFill>
              </a:defRPr>
            </a:lvl4pPr>
            <a:lvl5pPr>
              <a:defRPr sz="1800" b="0">
                <a:solidFill>
                  <a:srgbClr val="FFFFFF"/>
                </a:solidFill>
              </a:defRPr>
            </a:lvl5pPr>
            <a:lvl6pPr>
              <a:defRPr sz="1800" b="0">
                <a:solidFill>
                  <a:srgbClr val="FFFFFF"/>
                </a:solidFill>
              </a:defRPr>
            </a:lvl6pPr>
            <a:lvl7pPr>
              <a:defRPr sz="1800" b="0">
                <a:solidFill>
                  <a:srgbClr val="FFFFFF"/>
                </a:solidFill>
              </a:defRPr>
            </a:lvl7pPr>
            <a:lvl8pPr>
              <a:defRPr sz="1800" b="0">
                <a:solidFill>
                  <a:srgbClr val="FFFFFF"/>
                </a:solidFill>
              </a:defRPr>
            </a:lvl8pPr>
            <a:lvl9pPr>
              <a:defRPr sz="180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uv × scale + offset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D6125D-A30C-414C-8599-7500448C1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86125"/>
            <a:ext cx="4048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72D4C1"/>
                </a:solidFill>
              </a:defRPr>
            </a:defPPr>
            <a:lvl1pPr>
              <a:defRPr sz="2100" b="1">
                <a:solidFill>
                  <a:srgbClr val="72D4C1"/>
                </a:solidFill>
              </a:defRPr>
            </a:lvl1pPr>
            <a:lvl2pPr>
              <a:defRPr sz="2100" b="1">
                <a:solidFill>
                  <a:srgbClr val="72D4C1"/>
                </a:solidFill>
              </a:defRPr>
            </a:lvl2pPr>
            <a:lvl3pPr>
              <a:defRPr sz="2100" b="1">
                <a:solidFill>
                  <a:srgbClr val="72D4C1"/>
                </a:solidFill>
              </a:defRPr>
            </a:lvl3pPr>
            <a:lvl4pPr>
              <a:defRPr sz="2100" b="1">
                <a:solidFill>
                  <a:srgbClr val="72D4C1"/>
                </a:solidFill>
              </a:defRPr>
            </a:lvl4pPr>
            <a:lvl5pPr>
              <a:defRPr sz="2100" b="1">
                <a:solidFill>
                  <a:srgbClr val="72D4C1"/>
                </a:solidFill>
              </a:defRPr>
            </a:lvl5pPr>
            <a:lvl6pPr>
              <a:defRPr sz="2100" b="1">
                <a:solidFill>
                  <a:srgbClr val="72D4C1"/>
                </a:solidFill>
              </a:defRPr>
            </a:lvl6pPr>
            <a:lvl7pPr>
              <a:defRPr sz="2100" b="1">
                <a:solidFill>
                  <a:srgbClr val="72D4C1"/>
                </a:solidFill>
              </a:defRPr>
            </a:lvl7pPr>
            <a:lvl8pPr>
              <a:defRPr sz="2100" b="1">
                <a:solidFill>
                  <a:srgbClr val="72D4C1"/>
                </a:solidFill>
              </a:defRPr>
            </a:lvl8pPr>
            <a:lvl9pPr>
              <a:defRPr sz="2100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72D4C1"/>
                </a:solidFill>
              </a:defRPr>
            </a:pPr>
            <a:r>
              <a:rPr sz="2100" b="1">
                <a:solidFill>
                  <a:srgbClr val="72D4C1"/>
                </a:solidFill>
              </a:rPr>
              <a:t>Numeric vector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F75B32-8EFB-4DFA-BDFF-7C14D646C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95700"/>
            <a:ext cx="4048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FFFFFF"/>
                </a:solidFill>
              </a:defRPr>
            </a:defPPr>
            <a:lvl1pPr>
              <a:defRPr sz="1800" b="0">
                <a:solidFill>
                  <a:srgbClr val="FFFFFF"/>
                </a:solidFill>
              </a:defRPr>
            </a:lvl1pPr>
            <a:lvl2pPr>
              <a:defRPr sz="1800" b="0">
                <a:solidFill>
                  <a:srgbClr val="FFFFFF"/>
                </a:solidFill>
              </a:defRPr>
            </a:lvl2pPr>
            <a:lvl3pPr>
              <a:defRPr sz="1800" b="0">
                <a:solidFill>
                  <a:srgbClr val="FFFFFF"/>
                </a:solidFill>
              </a:defRPr>
            </a:lvl3pPr>
            <a:lvl4pPr>
              <a:defRPr sz="1800" b="0">
                <a:solidFill>
                  <a:srgbClr val="FFFFFF"/>
                </a:solidFill>
              </a:defRPr>
            </a:lvl4pPr>
            <a:lvl5pPr>
              <a:defRPr sz="1800" b="0">
                <a:solidFill>
                  <a:srgbClr val="FFFFFF"/>
                </a:solidFill>
              </a:defRPr>
            </a:lvl5pPr>
            <a:lvl6pPr>
              <a:defRPr sz="1800" b="0">
                <a:solidFill>
                  <a:srgbClr val="FFFFFF"/>
                </a:solidFill>
              </a:defRPr>
            </a:lvl6pPr>
            <a:lvl7pPr>
              <a:defRPr sz="1800" b="0">
                <a:solidFill>
                  <a:srgbClr val="FFFFFF"/>
                </a:solidFill>
              </a:defRPr>
            </a:lvl7pPr>
            <a:lvl8pPr>
              <a:defRPr sz="1800" b="0">
                <a:solidFill>
                  <a:srgbClr val="FFFFFF"/>
                </a:solidFill>
              </a:defRPr>
            </a:lvl8pPr>
            <a:lvl9pPr>
              <a:defRPr sz="180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UVScaleOffset: RG = U/V tiling, BA = U/V offset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37B5A1-0C8E-42F7-9658-6A531C907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619625"/>
            <a:ext cx="4048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72D4C1"/>
                </a:solidFill>
              </a:defRPr>
            </a:defPPr>
            <a:lvl1pPr>
              <a:defRPr sz="2100" b="1">
                <a:solidFill>
                  <a:srgbClr val="72D4C1"/>
                </a:solidFill>
              </a:defRPr>
            </a:lvl1pPr>
            <a:lvl2pPr>
              <a:defRPr sz="2100" b="1">
                <a:solidFill>
                  <a:srgbClr val="72D4C1"/>
                </a:solidFill>
              </a:defRPr>
            </a:lvl2pPr>
            <a:lvl3pPr>
              <a:defRPr sz="2100" b="1">
                <a:solidFill>
                  <a:srgbClr val="72D4C1"/>
                </a:solidFill>
              </a:defRPr>
            </a:lvl3pPr>
            <a:lvl4pPr>
              <a:defRPr sz="2100" b="1">
                <a:solidFill>
                  <a:srgbClr val="72D4C1"/>
                </a:solidFill>
              </a:defRPr>
            </a:lvl4pPr>
            <a:lvl5pPr>
              <a:defRPr sz="2100" b="1">
                <a:solidFill>
                  <a:srgbClr val="72D4C1"/>
                </a:solidFill>
              </a:defRPr>
            </a:lvl5pPr>
            <a:lvl6pPr>
              <a:defRPr sz="2100" b="1">
                <a:solidFill>
                  <a:srgbClr val="72D4C1"/>
                </a:solidFill>
              </a:defRPr>
            </a:lvl6pPr>
            <a:lvl7pPr>
              <a:defRPr sz="2100" b="1">
                <a:solidFill>
                  <a:srgbClr val="72D4C1"/>
                </a:solidFill>
              </a:defRPr>
            </a:lvl7pPr>
            <a:lvl8pPr>
              <a:defRPr sz="2100" b="1">
                <a:solidFill>
                  <a:srgbClr val="72D4C1"/>
                </a:solidFill>
              </a:defRPr>
            </a:lvl8pPr>
            <a:lvl9pPr>
              <a:defRPr sz="2100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72D4C1"/>
                </a:solidFill>
              </a:defRPr>
            </a:pPr>
            <a:r>
              <a:rPr sz="2100" b="1">
                <a:solidFill>
                  <a:srgbClr val="72D4C1"/>
                </a:solidFill>
              </a:rPr>
              <a:t>Aligned texture features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0AFDC1-3102-4ACE-ACB5-A5FB8E29A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029200"/>
            <a:ext cx="4048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FFFFFF"/>
                </a:solidFill>
              </a:defRPr>
            </a:defPPr>
            <a:lvl1pPr>
              <a:defRPr sz="1800" b="0">
                <a:solidFill>
                  <a:srgbClr val="FFFFFF"/>
                </a:solidFill>
              </a:defRPr>
            </a:lvl1pPr>
            <a:lvl2pPr>
              <a:defRPr sz="1800" b="0">
                <a:solidFill>
                  <a:srgbClr val="FFFFFF"/>
                </a:solidFill>
              </a:defRPr>
            </a:lvl2pPr>
            <a:lvl3pPr>
              <a:defRPr sz="1800" b="0">
                <a:solidFill>
                  <a:srgbClr val="FFFFFF"/>
                </a:solidFill>
              </a:defRPr>
            </a:lvl3pPr>
            <a:lvl4pPr>
              <a:defRPr sz="1800" b="0">
                <a:solidFill>
                  <a:srgbClr val="FFFFFF"/>
                </a:solidFill>
              </a:defRPr>
            </a:lvl4pPr>
            <a:lvl5pPr>
              <a:defRPr sz="1800" b="0">
                <a:solidFill>
                  <a:srgbClr val="FFFFFF"/>
                </a:solidFill>
              </a:defRPr>
            </a:lvl5pPr>
            <a:lvl6pPr>
              <a:defRPr sz="1800" b="0">
                <a:solidFill>
                  <a:srgbClr val="FFFFFF"/>
                </a:solidFill>
              </a:defRPr>
            </a:lvl6pPr>
            <a:lvl7pPr>
              <a:defRPr sz="1800" b="0">
                <a:solidFill>
                  <a:srgbClr val="FFFFFF"/>
                </a:solidFill>
              </a:defRPr>
            </a:lvl7pPr>
            <a:lvl8pPr>
              <a:defRPr sz="1800" b="0">
                <a:solidFill>
                  <a:srgbClr val="FFFFFF"/>
                </a:solidFill>
              </a:defRPr>
            </a:lvl8pPr>
            <a:lvl9pPr>
              <a:defRPr sz="180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Use matching UVs for color, roughness and normal features that should line up.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340697-326A-462B-88EA-2CDBBFABD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72D4C1"/>
                </a:solidFill>
              </a:defRPr>
            </a:defPPr>
            <a:lvl1pPr>
              <a:defRPr sz="1725" b="1">
                <a:solidFill>
                  <a:srgbClr val="72D4C1"/>
                </a:solidFill>
              </a:defRPr>
            </a:lvl1pPr>
            <a:lvl2pPr>
              <a:defRPr sz="1725" b="1">
                <a:solidFill>
                  <a:srgbClr val="72D4C1"/>
                </a:solidFill>
              </a:defRPr>
            </a:lvl2pPr>
            <a:lvl3pPr>
              <a:defRPr sz="1725" b="1">
                <a:solidFill>
                  <a:srgbClr val="72D4C1"/>
                </a:solidFill>
              </a:defRPr>
            </a:lvl3pPr>
            <a:lvl4pPr>
              <a:defRPr sz="1725" b="1">
                <a:solidFill>
                  <a:srgbClr val="72D4C1"/>
                </a:solidFill>
              </a:defRPr>
            </a:lvl4pPr>
            <a:lvl5pPr>
              <a:defRPr sz="1725" b="1">
                <a:solidFill>
                  <a:srgbClr val="72D4C1"/>
                </a:solidFill>
              </a:defRPr>
            </a:lvl5pPr>
            <a:lvl6pPr>
              <a:defRPr sz="1725" b="1">
                <a:solidFill>
                  <a:srgbClr val="72D4C1"/>
                </a:solidFill>
              </a:defRPr>
            </a:lvl6pPr>
            <a:lvl7pPr>
              <a:defRPr sz="1725" b="1">
                <a:solidFill>
                  <a:srgbClr val="72D4C1"/>
                </a:solidFill>
              </a:defRPr>
            </a:lvl7pPr>
            <a:lvl8pPr>
              <a:defRPr sz="1725" b="1">
                <a:solidFill>
                  <a:srgbClr val="72D4C1"/>
                </a:solidFill>
              </a:defRPr>
            </a:lvl8pPr>
            <a:lvl9pPr>
              <a:defRPr sz="1725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72D4C1"/>
                </a:solidFill>
              </a:defRPr>
            </a:pPr>
            <a:r>
              <a:rPr sz="1725" b="1">
                <a:solidFill>
                  <a:srgbClr val="72D4C1"/>
                </a:solidFill>
              </a:rPr>
              <a:t>Does doubling UV tiling make each brick appear larger or smaller?</a:t>
            </a:r>
          </a:p>
        </p:txBody>
      </p:sp>
    </p:spTree>
    <p:extLst>
      <p:ext uri="{BB962C8B-B14F-4D97-AF65-F5344CB8AC3E}">
        <p14:creationId xmlns:p14="http://schemas.microsoft.com/office/powerpoint/2010/main" val="6994792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A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203AD1-6B30-49A2-9E7E-883B8A72A16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85ff82a69847b7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2DBF7A-AF76-4E29-B0B5-6DB89F566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62DFF5"/>
                </a:solidFill>
              </a:defRPr>
            </a:defPPr>
            <a:lvl1pPr>
              <a:defRPr sz="1350" b="1">
                <a:solidFill>
                  <a:srgbClr val="62DFF5"/>
                </a:solidFill>
              </a:defRPr>
            </a:lvl1pPr>
            <a:lvl2pPr>
              <a:defRPr sz="1350" b="1">
                <a:solidFill>
                  <a:srgbClr val="62DFF5"/>
                </a:solidFill>
              </a:defRPr>
            </a:lvl2pPr>
            <a:lvl3pPr>
              <a:defRPr sz="1350" b="1">
                <a:solidFill>
                  <a:srgbClr val="62DFF5"/>
                </a:solidFill>
              </a:defRPr>
            </a:lvl3pPr>
            <a:lvl4pPr>
              <a:defRPr sz="1350" b="1">
                <a:solidFill>
                  <a:srgbClr val="62DFF5"/>
                </a:solidFill>
              </a:defRPr>
            </a:lvl4pPr>
            <a:lvl5pPr>
              <a:defRPr sz="1350" b="1">
                <a:solidFill>
                  <a:srgbClr val="62DFF5"/>
                </a:solidFill>
              </a:defRPr>
            </a:lvl5pPr>
            <a:lvl6pPr>
              <a:defRPr sz="1350" b="1">
                <a:solidFill>
                  <a:srgbClr val="62DFF5"/>
                </a:solidFill>
              </a:defRPr>
            </a:lvl6pPr>
            <a:lvl7pPr>
              <a:defRPr sz="1350" b="1">
                <a:solidFill>
                  <a:srgbClr val="62DFF5"/>
                </a:solidFill>
              </a:defRPr>
            </a:lvl7pPr>
            <a:lvl8pPr>
              <a:defRPr sz="1350" b="1">
                <a:solidFill>
                  <a:srgbClr val="62DFF5"/>
                </a:solidFill>
              </a:defRPr>
            </a:lvl8pPr>
            <a:lvl9pPr>
              <a:defRPr sz="1350" b="1">
                <a:solidFill>
                  <a:srgbClr val="62DFF5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62DFF5"/>
                </a:solidFill>
              </a:defRPr>
            </a:pPr>
            <a:r>
              <a:rPr sz="1350" b="1">
                <a:solidFill>
                  <a:srgbClr val="62DFF5"/>
                </a:solidFill>
              </a:rPr>
              <a:t>MASKS AND BLENDING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76F5E9-F133-4BC1-BB2D-1B26D02FA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FFFFF"/>
                </a:solidFill>
              </a:defRPr>
            </a:defPPr>
            <a:lvl1pPr>
              <a:defRPr sz="3450" b="1">
                <a:solidFill>
                  <a:srgbClr val="FFFFFF"/>
                </a:solidFill>
              </a:defRPr>
            </a:lvl1pPr>
            <a:lvl2pPr>
              <a:defRPr sz="3450" b="1">
                <a:solidFill>
                  <a:srgbClr val="FFFFFF"/>
                </a:solidFill>
              </a:defRPr>
            </a:lvl2pPr>
            <a:lvl3pPr>
              <a:defRPr sz="3450" b="1">
                <a:solidFill>
                  <a:srgbClr val="FFFFFF"/>
                </a:solidFill>
              </a:defRPr>
            </a:lvl3pPr>
            <a:lvl4pPr>
              <a:defRPr sz="3450" b="1">
                <a:solidFill>
                  <a:srgbClr val="FFFFFF"/>
                </a:solidFill>
              </a:defRPr>
            </a:lvl4pPr>
            <a:lvl5pPr>
              <a:defRPr sz="3450" b="1">
                <a:solidFill>
                  <a:srgbClr val="FFFFFF"/>
                </a:solidFill>
              </a:defRPr>
            </a:lvl5pPr>
            <a:lvl6pPr>
              <a:defRPr sz="3450" b="1">
                <a:solidFill>
                  <a:srgbClr val="FFFFFF"/>
                </a:solidFill>
              </a:defRPr>
            </a:lvl6pPr>
            <a:lvl7pPr>
              <a:defRPr sz="3450" b="1">
                <a:solidFill>
                  <a:srgbClr val="FFFFFF"/>
                </a:solidFill>
              </a:defRPr>
            </a:lvl7pPr>
            <a:lvl8pPr>
              <a:defRPr sz="3450" b="1">
                <a:solidFill>
                  <a:srgbClr val="FFFFFF"/>
                </a:solidFill>
              </a:defRPr>
            </a:lvl8pPr>
            <a:lvl9pPr>
              <a:defRPr sz="34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Masks and material blending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80215D-0D7A-4AB0-B651-DD744ED70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C4D3E3"/>
                </a:solidFill>
              </a:defRPr>
            </a:defPPr>
            <a:lvl1pPr>
              <a:defRPr sz="1200" b="0">
                <a:solidFill>
                  <a:srgbClr val="C4D3E3"/>
                </a:solidFill>
              </a:defRPr>
            </a:lvl1pPr>
            <a:lvl2pPr>
              <a:defRPr sz="1200" b="0">
                <a:solidFill>
                  <a:srgbClr val="C4D3E3"/>
                </a:solidFill>
              </a:defRPr>
            </a:lvl2pPr>
            <a:lvl3pPr>
              <a:defRPr sz="1200" b="0">
                <a:solidFill>
                  <a:srgbClr val="C4D3E3"/>
                </a:solidFill>
              </a:defRPr>
            </a:lvl3pPr>
            <a:lvl4pPr>
              <a:defRPr sz="1200" b="0">
                <a:solidFill>
                  <a:srgbClr val="C4D3E3"/>
                </a:solidFill>
              </a:defRPr>
            </a:lvl4pPr>
            <a:lvl5pPr>
              <a:defRPr sz="1200" b="0">
                <a:solidFill>
                  <a:srgbClr val="C4D3E3"/>
                </a:solidFill>
              </a:defRPr>
            </a:lvl5pPr>
            <a:lvl6pPr>
              <a:defRPr sz="1200" b="0">
                <a:solidFill>
                  <a:srgbClr val="C4D3E3"/>
                </a:solidFill>
              </a:defRPr>
            </a:lvl6pPr>
            <a:lvl7pPr>
              <a:defRPr sz="1200" b="0">
                <a:solidFill>
                  <a:srgbClr val="C4D3E3"/>
                </a:solidFill>
              </a:defRPr>
            </a:lvl7pPr>
            <a:lvl8pPr>
              <a:defRPr sz="1200" b="0">
                <a:solidFill>
                  <a:srgbClr val="C4D3E3"/>
                </a:solidFill>
              </a:defRPr>
            </a:lvl8pPr>
            <a:lvl9pPr>
              <a:defRPr sz="1200" b="0">
                <a:solidFill>
                  <a:srgbClr val="C4D3E3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C4D3E3"/>
                </a:solidFill>
              </a:defRPr>
            </a:pPr>
            <a:r>
              <a:rPr sz="1200" b="0">
                <a:solidFill>
                  <a:srgbClr val="C4D3E3"/>
                </a:solidFill>
              </a:rPr>
              <a:t>07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84C76C-8C57-4E4B-8875-3395C7901CF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ed2d537aa544af"/>
          <a:srcRect xmlns:a="http://schemas.openxmlformats.org/drawingml/2006/main" l="0" t="20000" r="0" b="8000"/>
          <a:stretch xmlns:a="http://schemas.openxmlformats.org/drawingml/2006/main"/>
        </p:blipFill>
        <p:spPr>
          <a:xfrm xmlns:a="http://schemas.openxmlformats.org/drawingml/2006/main">
            <a:off x="2215515" y="1809750"/>
            <a:ext cx="7760970" cy="3143250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9FDA10-3867-4F15-825E-F53060F170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1c950ebbdd4032"/>
          <a:stretch xmlns:a="http://schemas.openxmlformats.org/drawingml/2006/main"/>
        </p:blipFill>
        <p:spPr>
          <a:xfrm xmlns:a="http://schemas.openxmlformats.org/drawingml/2006/main">
            <a:off x="609600" y="5049540"/>
            <a:ext cx="6191250" cy="148332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E01F4F-A051-4D6A-A614-62A50838D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048250"/>
            <a:ext cx="433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72D4C1"/>
                </a:solidFill>
              </a:defRPr>
            </a:defPPr>
            <a:lvl1pPr>
              <a:defRPr sz="2100" b="1">
                <a:solidFill>
                  <a:srgbClr val="72D4C1"/>
                </a:solidFill>
              </a:defRPr>
            </a:lvl1pPr>
            <a:lvl2pPr>
              <a:defRPr sz="2100" b="1">
                <a:solidFill>
                  <a:srgbClr val="72D4C1"/>
                </a:solidFill>
              </a:defRPr>
            </a:lvl2pPr>
            <a:lvl3pPr>
              <a:defRPr sz="2100" b="1">
                <a:solidFill>
                  <a:srgbClr val="72D4C1"/>
                </a:solidFill>
              </a:defRPr>
            </a:lvl3pPr>
            <a:lvl4pPr>
              <a:defRPr sz="2100" b="1">
                <a:solidFill>
                  <a:srgbClr val="72D4C1"/>
                </a:solidFill>
              </a:defRPr>
            </a:lvl4pPr>
            <a:lvl5pPr>
              <a:defRPr sz="2100" b="1">
                <a:solidFill>
                  <a:srgbClr val="72D4C1"/>
                </a:solidFill>
              </a:defRPr>
            </a:lvl5pPr>
            <a:lvl6pPr>
              <a:defRPr sz="2100" b="1">
                <a:solidFill>
                  <a:srgbClr val="72D4C1"/>
                </a:solidFill>
              </a:defRPr>
            </a:lvl6pPr>
            <a:lvl7pPr>
              <a:defRPr sz="2100" b="1">
                <a:solidFill>
                  <a:srgbClr val="72D4C1"/>
                </a:solidFill>
              </a:defRPr>
            </a:lvl7pPr>
            <a:lvl8pPr>
              <a:defRPr sz="2100" b="1">
                <a:solidFill>
                  <a:srgbClr val="72D4C1"/>
                </a:solidFill>
              </a:defRPr>
            </a:lvl8pPr>
            <a:lvl9pPr>
              <a:defRPr sz="2100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72D4C1"/>
                </a:solidFill>
              </a:defRPr>
            </a:pPr>
            <a:r>
              <a:rPr sz="2100" b="1">
                <a:solidFill>
                  <a:srgbClr val="72D4C1"/>
                </a:solidFill>
              </a:rPr>
              <a:t>0 selects A · 1 selects 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D3C109-798B-4E6F-828B-A3038ED40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562600"/>
            <a:ext cx="4333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FFFFFF"/>
                </a:solidFill>
              </a:defRPr>
            </a:defPPr>
            <a:lvl1pPr>
              <a:defRPr sz="1800" b="0">
                <a:solidFill>
                  <a:srgbClr val="FFFFFF"/>
                </a:solidFill>
              </a:defRPr>
            </a:lvl1pPr>
            <a:lvl2pPr>
              <a:defRPr sz="1800" b="0">
                <a:solidFill>
                  <a:srgbClr val="FFFFFF"/>
                </a:solidFill>
              </a:defRPr>
            </a:lvl2pPr>
            <a:lvl3pPr>
              <a:defRPr sz="1800" b="0">
                <a:solidFill>
                  <a:srgbClr val="FFFFFF"/>
                </a:solidFill>
              </a:defRPr>
            </a:lvl3pPr>
            <a:lvl4pPr>
              <a:defRPr sz="1800" b="0">
                <a:solidFill>
                  <a:srgbClr val="FFFFFF"/>
                </a:solidFill>
              </a:defRPr>
            </a:lvl4pPr>
            <a:lvl5pPr>
              <a:defRPr sz="1800" b="0">
                <a:solidFill>
                  <a:srgbClr val="FFFFFF"/>
                </a:solidFill>
              </a:defRPr>
            </a:lvl5pPr>
            <a:lvl6pPr>
              <a:defRPr sz="1800" b="0">
                <a:solidFill>
                  <a:srgbClr val="FFFFFF"/>
                </a:solidFill>
              </a:defRPr>
            </a:lvl6pPr>
            <a:lvl7pPr>
              <a:defRPr sz="1800" b="0">
                <a:solidFill>
                  <a:srgbClr val="FFFFFF"/>
                </a:solidFill>
              </a:defRPr>
            </a:lvl7pPr>
            <a:lvl8pPr>
              <a:defRPr sz="1800" b="0">
                <a:solidFill>
                  <a:srgbClr val="FFFFFF"/>
                </a:solidFill>
              </a:defRPr>
            </a:lvl8pPr>
            <a:lvl9pPr>
              <a:defRPr sz="180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Height reshapes the transition.</a:t>
            </a:r>
          </a:p>
          <a:p xmlns:a="http://schemas.openxmlformats.org/drawingml/2006/main">
            <a:pPr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The mesh silhouette stays fixed.</a:t>
            </a:r>
          </a:p>
        </p:txBody>
      </p:sp>
    </p:spTree>
    <p:extLst>
      <p:ext uri="{BB962C8B-B14F-4D97-AF65-F5344CB8AC3E}">
        <p14:creationId xmlns:p14="http://schemas.microsoft.com/office/powerpoint/2010/main" val="4352552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A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5EC902-3E83-4820-9DB8-9BA35DECAE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8d9347eff44578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214AA7-2C23-4917-844B-C6DFAB99B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62DFF5"/>
                </a:solidFill>
              </a:defRPr>
            </a:defPPr>
            <a:lvl1pPr>
              <a:defRPr sz="1350" b="1">
                <a:solidFill>
                  <a:srgbClr val="62DFF5"/>
                </a:solidFill>
              </a:defRPr>
            </a:lvl1pPr>
            <a:lvl2pPr>
              <a:defRPr sz="1350" b="1">
                <a:solidFill>
                  <a:srgbClr val="62DFF5"/>
                </a:solidFill>
              </a:defRPr>
            </a:lvl2pPr>
            <a:lvl3pPr>
              <a:defRPr sz="1350" b="1">
                <a:solidFill>
                  <a:srgbClr val="62DFF5"/>
                </a:solidFill>
              </a:defRPr>
            </a:lvl3pPr>
            <a:lvl4pPr>
              <a:defRPr sz="1350" b="1">
                <a:solidFill>
                  <a:srgbClr val="62DFF5"/>
                </a:solidFill>
              </a:defRPr>
            </a:lvl4pPr>
            <a:lvl5pPr>
              <a:defRPr sz="1350" b="1">
                <a:solidFill>
                  <a:srgbClr val="62DFF5"/>
                </a:solidFill>
              </a:defRPr>
            </a:lvl5pPr>
            <a:lvl6pPr>
              <a:defRPr sz="1350" b="1">
                <a:solidFill>
                  <a:srgbClr val="62DFF5"/>
                </a:solidFill>
              </a:defRPr>
            </a:lvl6pPr>
            <a:lvl7pPr>
              <a:defRPr sz="1350" b="1">
                <a:solidFill>
                  <a:srgbClr val="62DFF5"/>
                </a:solidFill>
              </a:defRPr>
            </a:lvl7pPr>
            <a:lvl8pPr>
              <a:defRPr sz="1350" b="1">
                <a:solidFill>
                  <a:srgbClr val="62DFF5"/>
                </a:solidFill>
              </a:defRPr>
            </a:lvl8pPr>
            <a:lvl9pPr>
              <a:defRPr sz="1350" b="1">
                <a:solidFill>
                  <a:srgbClr val="62DFF5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62DFF5"/>
                </a:solidFill>
              </a:defRPr>
            </a:pPr>
            <a:r>
              <a:rPr sz="1350" b="1">
                <a:solidFill>
                  <a:srgbClr val="62DFF5"/>
                </a:solidFill>
              </a:rPr>
              <a:t>PAINTED BLENDING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0109AE-1080-4751-8826-AFF14D4B1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FFFFF"/>
                </a:solidFill>
              </a:defRPr>
            </a:defPPr>
            <a:lvl1pPr>
              <a:defRPr sz="3150" b="1">
                <a:solidFill>
                  <a:srgbClr val="FFFFFF"/>
                </a:solidFill>
              </a:defRPr>
            </a:lvl1pPr>
            <a:lvl2pPr>
              <a:defRPr sz="3150" b="1">
                <a:solidFill>
                  <a:srgbClr val="FFFFFF"/>
                </a:solidFill>
              </a:defRPr>
            </a:lvl2pPr>
            <a:lvl3pPr>
              <a:defRPr sz="3150" b="1">
                <a:solidFill>
                  <a:srgbClr val="FFFFFF"/>
                </a:solidFill>
              </a:defRPr>
            </a:lvl3pPr>
            <a:lvl4pPr>
              <a:defRPr sz="3150" b="1">
                <a:solidFill>
                  <a:srgbClr val="FFFFFF"/>
                </a:solidFill>
              </a:defRPr>
            </a:lvl4pPr>
            <a:lvl5pPr>
              <a:defRPr sz="3150" b="1">
                <a:solidFill>
                  <a:srgbClr val="FFFFFF"/>
                </a:solidFill>
              </a:defRPr>
            </a:lvl5pPr>
            <a:lvl6pPr>
              <a:defRPr sz="3150" b="1">
                <a:solidFill>
                  <a:srgbClr val="FFFFFF"/>
                </a:solidFill>
              </a:defRPr>
            </a:lvl6pPr>
            <a:lvl7pPr>
              <a:defRPr sz="3150" b="1">
                <a:solidFill>
                  <a:srgbClr val="FFFFFF"/>
                </a:solidFill>
              </a:defRPr>
            </a:lvl7pPr>
            <a:lvl8pPr>
              <a:defRPr sz="3150" b="1">
                <a:solidFill>
                  <a:srgbClr val="FFFFFF"/>
                </a:solidFill>
              </a:defRPr>
            </a:lvl8pPr>
            <a:lvl9pPr>
              <a:defRPr sz="31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Vertex colors and painted weights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3FDE16-D8D1-41EE-AC03-5872BB360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C4D3E3"/>
                </a:solidFill>
              </a:defRPr>
            </a:defPPr>
            <a:lvl1pPr>
              <a:defRPr sz="1200" b="0">
                <a:solidFill>
                  <a:srgbClr val="C4D3E3"/>
                </a:solidFill>
              </a:defRPr>
            </a:lvl1pPr>
            <a:lvl2pPr>
              <a:defRPr sz="1200" b="0">
                <a:solidFill>
                  <a:srgbClr val="C4D3E3"/>
                </a:solidFill>
              </a:defRPr>
            </a:lvl2pPr>
            <a:lvl3pPr>
              <a:defRPr sz="1200" b="0">
                <a:solidFill>
                  <a:srgbClr val="C4D3E3"/>
                </a:solidFill>
              </a:defRPr>
            </a:lvl3pPr>
            <a:lvl4pPr>
              <a:defRPr sz="1200" b="0">
                <a:solidFill>
                  <a:srgbClr val="C4D3E3"/>
                </a:solidFill>
              </a:defRPr>
            </a:lvl4pPr>
            <a:lvl5pPr>
              <a:defRPr sz="1200" b="0">
                <a:solidFill>
                  <a:srgbClr val="C4D3E3"/>
                </a:solidFill>
              </a:defRPr>
            </a:lvl5pPr>
            <a:lvl6pPr>
              <a:defRPr sz="1200" b="0">
                <a:solidFill>
                  <a:srgbClr val="C4D3E3"/>
                </a:solidFill>
              </a:defRPr>
            </a:lvl6pPr>
            <a:lvl7pPr>
              <a:defRPr sz="1200" b="0">
                <a:solidFill>
                  <a:srgbClr val="C4D3E3"/>
                </a:solidFill>
              </a:defRPr>
            </a:lvl7pPr>
            <a:lvl8pPr>
              <a:defRPr sz="1200" b="0">
                <a:solidFill>
                  <a:srgbClr val="C4D3E3"/>
                </a:solidFill>
              </a:defRPr>
            </a:lvl8pPr>
            <a:lvl9pPr>
              <a:defRPr sz="1200" b="0">
                <a:solidFill>
                  <a:srgbClr val="C4D3E3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C4D3E3"/>
                </a:solidFill>
              </a:defRPr>
            </a:pPr>
            <a:r>
              <a:rPr sz="1200" b="0">
                <a:solidFill>
                  <a:srgbClr val="C4D3E3"/>
                </a:solidFill>
              </a:rPr>
              <a:t>7A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B580B6-35BB-4C34-97E8-630B123BBD9F}"/>
              </a:ext>
            </a:extLst>
          </p:cNvPr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3333750"/>
                <a:gridCol w="4591050"/>
              </a:tblGrid>
              <a:tr h="73818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62DFF5"/>
                          </a:solidFill>
                        </a:rPr>
                        <a:t>Station 08 example</a:t>
                      </a:r>
                    </a:p>
                  </a:txBody>
                  <a:tcPr marL="91440" marR="91440" marT="45720" marB="45720">
                    <a:solidFill>
                      <a:srgbClr val="203B5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62DFF5"/>
                          </a:solidFill>
                        </a:rPr>
                        <a:t>Stored data</a:t>
                      </a:r>
                    </a:p>
                  </a:txBody>
                  <a:tcPr marL="91440" marR="91440" marT="45720" marB="45720">
                    <a:solidFill>
                      <a:srgbClr val="203B5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62DFF5"/>
                          </a:solidFill>
                        </a:rPr>
                        <a:t>Interpretation</a:t>
                      </a:r>
                    </a:p>
                  </a:txBody>
                  <a:tcPr marL="91440" marR="91440" marT="45720" marB="45720">
                    <a:solidFill>
                      <a:srgbClr val="203B53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</a:rPr>
                        <a:t>Weight diagnostic</a:t>
                      </a:r>
                    </a:p>
                  </a:txBody>
                  <a:tcPr marL="91440" marR="91440" marT="45720" marB="45720">
                    <a:solidFill>
                      <a:srgbClr val="101E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</a:rPr>
                        <a:t>Vertex R and G</a:t>
                      </a:r>
                    </a:p>
                  </a:txBody>
                  <a:tcPr marL="91440" marR="91440" marT="45720" marB="45720">
                    <a:solidFill>
                      <a:srgbClr val="101E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</a:rPr>
                        <a:t>Displays saved component paint</a:t>
                      </a:r>
                    </a:p>
                  </a:txBody>
                  <a:tcPr marL="91440" marR="91440" marT="45720" marB="45720">
                    <a:solidFill>
                      <a:srgbClr val="101E30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</a:rPr>
                        <a:t>Regular blend</a:t>
                      </a:r>
                    </a:p>
                  </a:txBody>
                  <a:tcPr marL="91440" marR="91440" marT="45720" marB="45720">
                    <a:solidFill>
                      <a:srgbClr val="142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</a:rPr>
                        <a:t>R = stone; G = sand</a:t>
                      </a:r>
                    </a:p>
                  </a:txBody>
                  <a:tcPr marL="91440" marR="91440" marT="45720" marB="45720">
                    <a:solidFill>
                      <a:srgbClr val="142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</a:rPr>
                        <a:t>Two painted contributions</a:t>
                      </a:r>
                    </a:p>
                  </a:txBody>
                  <a:tcPr marL="91440" marR="91440" marT="45720" marB="45720">
                    <a:solidFill>
                      <a:srgbClr val="14263A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</a:rPr>
                        <a:t>Height blend</a:t>
                      </a:r>
                    </a:p>
                  </a:txBody>
                  <a:tcPr marL="91440" marR="91440" marT="45720" marB="45720">
                    <a:solidFill>
                      <a:srgbClr val="101E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</a:rPr>
                        <a:t>R = blend control</a:t>
                      </a:r>
                    </a:p>
                  </a:txBody>
                  <a:tcPr marL="91440" marR="91440" marT="45720" marB="45720">
                    <a:solidFill>
                      <a:srgbClr val="101E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</a:rPr>
                        <a:t>Weight plus height shapes coverage</a:t>
                      </a:r>
                    </a:p>
                  </a:txBody>
                  <a:tcPr marL="91440" marR="91440" marT="45720" marB="45720">
                    <a:solidFill>
                      <a:srgbClr val="101E30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9FD701-A860-46D1-8A36-EE873454E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C4D3E3"/>
                </a:solidFill>
              </a:defRPr>
            </a:defPPr>
            <a:lvl1pPr>
              <a:defRPr sz="1800" b="0">
                <a:solidFill>
                  <a:srgbClr val="C4D3E3"/>
                </a:solidFill>
              </a:defRPr>
            </a:lvl1pPr>
            <a:lvl2pPr>
              <a:defRPr sz="1800" b="0">
                <a:solidFill>
                  <a:srgbClr val="C4D3E3"/>
                </a:solidFill>
              </a:defRPr>
            </a:lvl2pPr>
            <a:lvl3pPr>
              <a:defRPr sz="1800" b="0">
                <a:solidFill>
                  <a:srgbClr val="C4D3E3"/>
                </a:solidFill>
              </a:defRPr>
            </a:lvl3pPr>
            <a:lvl4pPr>
              <a:defRPr sz="1800" b="0">
                <a:solidFill>
                  <a:srgbClr val="C4D3E3"/>
                </a:solidFill>
              </a:defRPr>
            </a:lvl4pPr>
            <a:lvl5pPr>
              <a:defRPr sz="1800" b="0">
                <a:solidFill>
                  <a:srgbClr val="C4D3E3"/>
                </a:solidFill>
              </a:defRPr>
            </a:lvl5pPr>
            <a:lvl6pPr>
              <a:defRPr sz="1800" b="0">
                <a:solidFill>
                  <a:srgbClr val="C4D3E3"/>
                </a:solidFill>
              </a:defRPr>
            </a:lvl6pPr>
            <a:lvl7pPr>
              <a:defRPr sz="1800" b="0">
                <a:solidFill>
                  <a:srgbClr val="C4D3E3"/>
                </a:solidFill>
              </a:defRPr>
            </a:lvl7pPr>
            <a:lvl8pPr>
              <a:defRPr sz="1800" b="0">
                <a:solidFill>
                  <a:srgbClr val="C4D3E3"/>
                </a:solidFill>
              </a:defRPr>
            </a:lvl8pPr>
            <a:lvl9pPr>
              <a:defRPr sz="1800" b="0">
                <a:solidFill>
                  <a:srgbClr val="C4D3E3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C4D3E3"/>
                </a:solidFill>
              </a:defRPr>
            </a:pPr>
            <a:r>
              <a:rPr sz="1800" b="0">
                <a:solidFill>
                  <a:srgbClr val="C4D3E3"/>
                </a:solidFill>
              </a:rPr>
              <a:t>Vertex density limits paint detail; values interpolate between vertices.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AE5DB9-D578-41A6-A087-8CD16CA61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72D4C1"/>
                </a:solidFill>
              </a:defRPr>
            </a:defPPr>
            <a:lvl1pPr>
              <a:defRPr sz="1725" b="1">
                <a:solidFill>
                  <a:srgbClr val="72D4C1"/>
                </a:solidFill>
              </a:defRPr>
            </a:lvl1pPr>
            <a:lvl2pPr>
              <a:defRPr sz="1725" b="1">
                <a:solidFill>
                  <a:srgbClr val="72D4C1"/>
                </a:solidFill>
              </a:defRPr>
            </a:lvl2pPr>
            <a:lvl3pPr>
              <a:defRPr sz="1725" b="1">
                <a:solidFill>
                  <a:srgbClr val="72D4C1"/>
                </a:solidFill>
              </a:defRPr>
            </a:lvl3pPr>
            <a:lvl4pPr>
              <a:defRPr sz="1725" b="1">
                <a:solidFill>
                  <a:srgbClr val="72D4C1"/>
                </a:solidFill>
              </a:defRPr>
            </a:lvl4pPr>
            <a:lvl5pPr>
              <a:defRPr sz="1725" b="1">
                <a:solidFill>
                  <a:srgbClr val="72D4C1"/>
                </a:solidFill>
              </a:defRPr>
            </a:lvl5pPr>
            <a:lvl6pPr>
              <a:defRPr sz="1725" b="1">
                <a:solidFill>
                  <a:srgbClr val="72D4C1"/>
                </a:solidFill>
              </a:defRPr>
            </a:lvl6pPr>
            <a:lvl7pPr>
              <a:defRPr sz="1725" b="1">
                <a:solidFill>
                  <a:srgbClr val="72D4C1"/>
                </a:solidFill>
              </a:defRPr>
            </a:lvl7pPr>
            <a:lvl8pPr>
              <a:defRPr sz="1725" b="1">
                <a:solidFill>
                  <a:srgbClr val="72D4C1"/>
                </a:solidFill>
              </a:defRPr>
            </a:lvl8pPr>
            <a:lvl9pPr>
              <a:defRPr sz="1725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72D4C1"/>
                </a:solidFill>
              </a:defRPr>
            </a:pPr>
            <a:r>
              <a:rPr sz="1725" b="1">
                <a:solidFill>
                  <a:srgbClr val="72D4C1"/>
                </a:solidFill>
              </a:rPr>
              <a:t>Before painting red, which material connection must you inspect?</a:t>
            </a:r>
          </a:p>
        </p:txBody>
      </p:sp>
    </p:spTree>
    <p:extLst>
      <p:ext uri="{BB962C8B-B14F-4D97-AF65-F5344CB8AC3E}">
        <p14:creationId xmlns:p14="http://schemas.microsoft.com/office/powerpoint/2010/main" val="154991473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A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1EF788-F478-41F2-9181-CF480BBBDE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701ec9ad554d5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FA5255-9851-4294-9761-F0CAF77A4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62DFF5"/>
                </a:solidFill>
              </a:defRPr>
            </a:defPPr>
            <a:lvl1pPr>
              <a:defRPr sz="1350" b="1">
                <a:solidFill>
                  <a:srgbClr val="62DFF5"/>
                </a:solidFill>
              </a:defRPr>
            </a:lvl1pPr>
            <a:lvl2pPr>
              <a:defRPr sz="1350" b="1">
                <a:solidFill>
                  <a:srgbClr val="62DFF5"/>
                </a:solidFill>
              </a:defRPr>
            </a:lvl2pPr>
            <a:lvl3pPr>
              <a:defRPr sz="1350" b="1">
                <a:solidFill>
                  <a:srgbClr val="62DFF5"/>
                </a:solidFill>
              </a:defRPr>
            </a:lvl3pPr>
            <a:lvl4pPr>
              <a:defRPr sz="1350" b="1">
                <a:solidFill>
                  <a:srgbClr val="62DFF5"/>
                </a:solidFill>
              </a:defRPr>
            </a:lvl4pPr>
            <a:lvl5pPr>
              <a:defRPr sz="1350" b="1">
                <a:solidFill>
                  <a:srgbClr val="62DFF5"/>
                </a:solidFill>
              </a:defRPr>
            </a:lvl5pPr>
            <a:lvl6pPr>
              <a:defRPr sz="1350" b="1">
                <a:solidFill>
                  <a:srgbClr val="62DFF5"/>
                </a:solidFill>
              </a:defRPr>
            </a:lvl6pPr>
            <a:lvl7pPr>
              <a:defRPr sz="1350" b="1">
                <a:solidFill>
                  <a:srgbClr val="62DFF5"/>
                </a:solidFill>
              </a:defRPr>
            </a:lvl7pPr>
            <a:lvl8pPr>
              <a:defRPr sz="1350" b="1">
                <a:solidFill>
                  <a:srgbClr val="62DFF5"/>
                </a:solidFill>
              </a:defRPr>
            </a:lvl8pPr>
            <a:lvl9pPr>
              <a:defRPr sz="1350" b="1">
                <a:solidFill>
                  <a:srgbClr val="62DFF5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62DFF5"/>
                </a:solidFill>
              </a:defRPr>
            </a:pPr>
            <a:r>
              <a:rPr sz="1350" b="1">
                <a:solidFill>
                  <a:srgbClr val="62DFF5"/>
                </a:solidFill>
              </a:rPr>
              <a:t>LAB ROUTE 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C82EFD-49C1-43FC-ACFD-0B65C812E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FFFFF"/>
                </a:solidFill>
              </a:defRPr>
            </a:defPPr>
            <a:lvl1pPr>
              <a:defRPr sz="3150" b="1">
                <a:solidFill>
                  <a:srgbClr val="FFFFFF"/>
                </a:solidFill>
              </a:defRPr>
            </a:lvl1pPr>
            <a:lvl2pPr>
              <a:defRPr sz="3150" b="1">
                <a:solidFill>
                  <a:srgbClr val="FFFFFF"/>
                </a:solidFill>
              </a:defRPr>
            </a:lvl2pPr>
            <a:lvl3pPr>
              <a:defRPr sz="3150" b="1">
                <a:solidFill>
                  <a:srgbClr val="FFFFFF"/>
                </a:solidFill>
              </a:defRPr>
            </a:lvl3pPr>
            <a:lvl4pPr>
              <a:defRPr sz="3150" b="1">
                <a:solidFill>
                  <a:srgbClr val="FFFFFF"/>
                </a:solidFill>
              </a:defRPr>
            </a:lvl4pPr>
            <a:lvl5pPr>
              <a:defRPr sz="3150" b="1">
                <a:solidFill>
                  <a:srgbClr val="FFFFFF"/>
                </a:solidFill>
              </a:defRPr>
            </a:lvl5pPr>
            <a:lvl6pPr>
              <a:defRPr sz="3150" b="1">
                <a:solidFill>
                  <a:srgbClr val="FFFFFF"/>
                </a:solidFill>
              </a:defRPr>
            </a:lvl6pPr>
            <a:lvl7pPr>
              <a:defRPr sz="3150" b="1">
                <a:solidFill>
                  <a:srgbClr val="FFFFFF"/>
                </a:solidFill>
              </a:defRPr>
            </a:lvl7pPr>
            <a:lvl8pPr>
              <a:defRPr sz="3150" b="1">
                <a:solidFill>
                  <a:srgbClr val="FFFFFF"/>
                </a:solidFill>
              </a:defRPr>
            </a:lvl8pPr>
            <a:lvl9pPr>
              <a:defRPr sz="31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Height-based blending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81DB3D-27C2-415C-A04E-527CEC4AD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C4D3E3"/>
                </a:solidFill>
              </a:defRPr>
            </a:defPPr>
            <a:lvl1pPr>
              <a:defRPr sz="1200" b="0">
                <a:solidFill>
                  <a:srgbClr val="C4D3E3"/>
                </a:solidFill>
              </a:defRPr>
            </a:lvl1pPr>
            <a:lvl2pPr>
              <a:defRPr sz="1200" b="0">
                <a:solidFill>
                  <a:srgbClr val="C4D3E3"/>
                </a:solidFill>
              </a:defRPr>
            </a:lvl2pPr>
            <a:lvl3pPr>
              <a:defRPr sz="1200" b="0">
                <a:solidFill>
                  <a:srgbClr val="C4D3E3"/>
                </a:solidFill>
              </a:defRPr>
            </a:lvl3pPr>
            <a:lvl4pPr>
              <a:defRPr sz="1200" b="0">
                <a:solidFill>
                  <a:srgbClr val="C4D3E3"/>
                </a:solidFill>
              </a:defRPr>
            </a:lvl4pPr>
            <a:lvl5pPr>
              <a:defRPr sz="1200" b="0">
                <a:solidFill>
                  <a:srgbClr val="C4D3E3"/>
                </a:solidFill>
              </a:defRPr>
            </a:lvl5pPr>
            <a:lvl6pPr>
              <a:defRPr sz="1200" b="0">
                <a:solidFill>
                  <a:srgbClr val="C4D3E3"/>
                </a:solidFill>
              </a:defRPr>
            </a:lvl6pPr>
            <a:lvl7pPr>
              <a:defRPr sz="1200" b="0">
                <a:solidFill>
                  <a:srgbClr val="C4D3E3"/>
                </a:solidFill>
              </a:defRPr>
            </a:lvl7pPr>
            <a:lvl8pPr>
              <a:defRPr sz="1200" b="0">
                <a:solidFill>
                  <a:srgbClr val="C4D3E3"/>
                </a:solidFill>
              </a:defRPr>
            </a:lvl8pPr>
            <a:lvl9pPr>
              <a:defRPr sz="1200" b="0">
                <a:solidFill>
                  <a:srgbClr val="C4D3E3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C4D3E3"/>
                </a:solidFill>
              </a:defRPr>
            </a:pPr>
            <a:r>
              <a:rPr sz="1200" b="0">
                <a:solidFill>
                  <a:srgbClr val="C4D3E3"/>
                </a:solidFill>
              </a:rPr>
              <a:t>7B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317A09-A6EE-4566-B162-2192F96D657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6095e1d32249a2"/>
          <a:stretch xmlns:a="http://schemas.openxmlformats.org/drawingml/2006/main"/>
        </p:blipFill>
        <p:spPr>
          <a:xfrm xmlns:a="http://schemas.openxmlformats.org/drawingml/2006/main">
            <a:off x="609600" y="2093119"/>
            <a:ext cx="6477000" cy="364331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023361-CDF2-4771-BE4F-BCF97CFC4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52625"/>
            <a:ext cx="4048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72D4C1"/>
                </a:solidFill>
              </a:defRPr>
            </a:defPPr>
            <a:lvl1pPr>
              <a:defRPr sz="2100" b="1">
                <a:solidFill>
                  <a:srgbClr val="72D4C1"/>
                </a:solidFill>
              </a:defRPr>
            </a:lvl1pPr>
            <a:lvl2pPr>
              <a:defRPr sz="2100" b="1">
                <a:solidFill>
                  <a:srgbClr val="72D4C1"/>
                </a:solidFill>
              </a:defRPr>
            </a:lvl2pPr>
            <a:lvl3pPr>
              <a:defRPr sz="2100" b="1">
                <a:solidFill>
                  <a:srgbClr val="72D4C1"/>
                </a:solidFill>
              </a:defRPr>
            </a:lvl3pPr>
            <a:lvl4pPr>
              <a:defRPr sz="2100" b="1">
                <a:solidFill>
                  <a:srgbClr val="72D4C1"/>
                </a:solidFill>
              </a:defRPr>
            </a:lvl4pPr>
            <a:lvl5pPr>
              <a:defRPr sz="2100" b="1">
                <a:solidFill>
                  <a:srgbClr val="72D4C1"/>
                </a:solidFill>
              </a:defRPr>
            </a:lvl5pPr>
            <a:lvl6pPr>
              <a:defRPr sz="2100" b="1">
                <a:solidFill>
                  <a:srgbClr val="72D4C1"/>
                </a:solidFill>
              </a:defRPr>
            </a:lvl6pPr>
            <a:lvl7pPr>
              <a:defRPr sz="2100" b="1">
                <a:solidFill>
                  <a:srgbClr val="72D4C1"/>
                </a:solidFill>
              </a:defRPr>
            </a:lvl7pPr>
            <a:lvl8pPr>
              <a:defRPr sz="2100" b="1">
                <a:solidFill>
                  <a:srgbClr val="72D4C1"/>
                </a:solidFill>
              </a:defRPr>
            </a:lvl8pPr>
            <a:lvl9pPr>
              <a:defRPr sz="2100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72D4C1"/>
                </a:solidFill>
              </a:defRPr>
            </a:pPr>
            <a:r>
              <a:rPr sz="2100" b="1">
                <a:solidFill>
                  <a:srgbClr val="72D4C1"/>
                </a:solidFill>
              </a:rPr>
              <a:t>Hold fixed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0D8E9C-930C-4903-8709-EADB39963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62200"/>
            <a:ext cx="4048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FFFFFF"/>
                </a:solidFill>
              </a:defRPr>
            </a:defPPr>
            <a:lvl1pPr>
              <a:defRPr sz="1800" b="0">
                <a:solidFill>
                  <a:srgbClr val="FFFFFF"/>
                </a:solidFill>
              </a:defRPr>
            </a:lvl1pPr>
            <a:lvl2pPr>
              <a:defRPr sz="1800" b="0">
                <a:solidFill>
                  <a:srgbClr val="FFFFFF"/>
                </a:solidFill>
              </a:defRPr>
            </a:lvl2pPr>
            <a:lvl3pPr>
              <a:defRPr sz="1800" b="0">
                <a:solidFill>
                  <a:srgbClr val="FFFFFF"/>
                </a:solidFill>
              </a:defRPr>
            </a:lvl3pPr>
            <a:lvl4pPr>
              <a:defRPr sz="1800" b="0">
                <a:solidFill>
                  <a:srgbClr val="FFFFFF"/>
                </a:solidFill>
              </a:defRPr>
            </a:lvl4pPr>
            <a:lvl5pPr>
              <a:defRPr sz="1800" b="0">
                <a:solidFill>
                  <a:srgbClr val="FFFFFF"/>
                </a:solidFill>
              </a:defRPr>
            </a:lvl5pPr>
            <a:lvl6pPr>
              <a:defRPr sz="1800" b="0">
                <a:solidFill>
                  <a:srgbClr val="FFFFFF"/>
                </a:solidFill>
              </a:defRPr>
            </a:lvl6pPr>
            <a:lvl7pPr>
              <a:defRPr sz="1800" b="0">
                <a:solidFill>
                  <a:srgbClr val="FFFFFF"/>
                </a:solidFill>
              </a:defRPr>
            </a:lvl7pPr>
            <a:lvl8pPr>
              <a:defRPr sz="1800" b="0">
                <a:solidFill>
                  <a:srgbClr val="FFFFFF"/>
                </a:solidFill>
              </a:defRPr>
            </a:lvl8pPr>
            <a:lvl9pPr>
              <a:defRPr sz="180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Saved vertex paint, textures and tiling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240DE9-48F4-4134-AA27-F97C4C1E9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86125"/>
            <a:ext cx="4048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72D4C1"/>
                </a:solidFill>
              </a:defRPr>
            </a:defPPr>
            <a:lvl1pPr>
              <a:defRPr sz="2100" b="1">
                <a:solidFill>
                  <a:srgbClr val="72D4C1"/>
                </a:solidFill>
              </a:defRPr>
            </a:lvl1pPr>
            <a:lvl2pPr>
              <a:defRPr sz="2100" b="1">
                <a:solidFill>
                  <a:srgbClr val="72D4C1"/>
                </a:solidFill>
              </a:defRPr>
            </a:lvl2pPr>
            <a:lvl3pPr>
              <a:defRPr sz="2100" b="1">
                <a:solidFill>
                  <a:srgbClr val="72D4C1"/>
                </a:solidFill>
              </a:defRPr>
            </a:lvl3pPr>
            <a:lvl4pPr>
              <a:defRPr sz="2100" b="1">
                <a:solidFill>
                  <a:srgbClr val="72D4C1"/>
                </a:solidFill>
              </a:defRPr>
            </a:lvl4pPr>
            <a:lvl5pPr>
              <a:defRPr sz="2100" b="1">
                <a:solidFill>
                  <a:srgbClr val="72D4C1"/>
                </a:solidFill>
              </a:defRPr>
            </a:lvl5pPr>
            <a:lvl6pPr>
              <a:defRPr sz="2100" b="1">
                <a:solidFill>
                  <a:srgbClr val="72D4C1"/>
                </a:solidFill>
              </a:defRPr>
            </a:lvl6pPr>
            <a:lvl7pPr>
              <a:defRPr sz="2100" b="1">
                <a:solidFill>
                  <a:srgbClr val="72D4C1"/>
                </a:solidFill>
              </a:defRPr>
            </a:lvl7pPr>
            <a:lvl8pPr>
              <a:defRPr sz="2100" b="1">
                <a:solidFill>
                  <a:srgbClr val="72D4C1"/>
                </a:solidFill>
              </a:defRPr>
            </a:lvl8pPr>
            <a:lvl9pPr>
              <a:defRPr sz="2100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72D4C1"/>
                </a:solidFill>
              </a:defRPr>
            </a:pPr>
            <a:r>
              <a:rPr sz="2100" b="1">
                <a:solidFill>
                  <a:srgbClr val="72D4C1"/>
                </a:solidFill>
              </a:rPr>
              <a:t>Change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51519E-B17B-45B5-9E23-4C9F6929E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95700"/>
            <a:ext cx="4048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FFFFFF"/>
                </a:solidFill>
              </a:defRPr>
            </a:defPPr>
            <a:lvl1pPr>
              <a:defRPr sz="1800" b="0">
                <a:solidFill>
                  <a:srgbClr val="FFFFFF"/>
                </a:solidFill>
              </a:defRPr>
            </a:lvl1pPr>
            <a:lvl2pPr>
              <a:defRPr sz="1800" b="0">
                <a:solidFill>
                  <a:srgbClr val="FFFFFF"/>
                </a:solidFill>
              </a:defRPr>
            </a:lvl2pPr>
            <a:lvl3pPr>
              <a:defRPr sz="1800" b="0">
                <a:solidFill>
                  <a:srgbClr val="FFFFFF"/>
                </a:solidFill>
              </a:defRPr>
            </a:lvl3pPr>
            <a:lvl4pPr>
              <a:defRPr sz="1800" b="0">
                <a:solidFill>
                  <a:srgbClr val="FFFFFF"/>
                </a:solidFill>
              </a:defRPr>
            </a:lvl4pPr>
            <a:lvl5pPr>
              <a:defRPr sz="1800" b="0">
                <a:solidFill>
                  <a:srgbClr val="FFFFFF"/>
                </a:solidFill>
              </a:defRPr>
            </a:lvl5pPr>
            <a:lvl6pPr>
              <a:defRPr sz="1800" b="0">
                <a:solidFill>
                  <a:srgbClr val="FFFFFF"/>
                </a:solidFill>
              </a:defRPr>
            </a:lvl6pPr>
            <a:lvl7pPr>
              <a:defRPr sz="1800" b="0">
                <a:solidFill>
                  <a:srgbClr val="FFFFFF"/>
                </a:solidFill>
              </a:defRPr>
            </a:lvl7pPr>
            <a:lvl8pPr>
              <a:defRPr sz="1800" b="0">
                <a:solidFill>
                  <a:srgbClr val="FFFFFF"/>
                </a:solidFill>
              </a:defRPr>
            </a:lvl8pPr>
            <a:lvl9pPr>
              <a:defRPr sz="180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MI_08_HeightBlend → Blend Contrast: 1 versus 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9B3D76-2893-4DCB-9C0C-8FB09901D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619625"/>
            <a:ext cx="4048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72D4C1"/>
                </a:solidFill>
              </a:defRPr>
            </a:defPPr>
            <a:lvl1pPr>
              <a:defRPr sz="2100" b="1">
                <a:solidFill>
                  <a:srgbClr val="72D4C1"/>
                </a:solidFill>
              </a:defRPr>
            </a:lvl1pPr>
            <a:lvl2pPr>
              <a:defRPr sz="2100" b="1">
                <a:solidFill>
                  <a:srgbClr val="72D4C1"/>
                </a:solidFill>
              </a:defRPr>
            </a:lvl2pPr>
            <a:lvl3pPr>
              <a:defRPr sz="2100" b="1">
                <a:solidFill>
                  <a:srgbClr val="72D4C1"/>
                </a:solidFill>
              </a:defRPr>
            </a:lvl3pPr>
            <a:lvl4pPr>
              <a:defRPr sz="2100" b="1">
                <a:solidFill>
                  <a:srgbClr val="72D4C1"/>
                </a:solidFill>
              </a:defRPr>
            </a:lvl4pPr>
            <a:lvl5pPr>
              <a:defRPr sz="2100" b="1">
                <a:solidFill>
                  <a:srgbClr val="72D4C1"/>
                </a:solidFill>
              </a:defRPr>
            </a:lvl5pPr>
            <a:lvl6pPr>
              <a:defRPr sz="2100" b="1">
                <a:solidFill>
                  <a:srgbClr val="72D4C1"/>
                </a:solidFill>
              </a:defRPr>
            </a:lvl6pPr>
            <a:lvl7pPr>
              <a:defRPr sz="2100" b="1">
                <a:solidFill>
                  <a:srgbClr val="72D4C1"/>
                </a:solidFill>
              </a:defRPr>
            </a:lvl7pPr>
            <a:lvl8pPr>
              <a:defRPr sz="2100" b="1">
                <a:solidFill>
                  <a:srgbClr val="72D4C1"/>
                </a:solidFill>
              </a:defRPr>
            </a:lvl8pPr>
            <a:lvl9pPr>
              <a:defRPr sz="2100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72D4C1"/>
                </a:solidFill>
              </a:defRPr>
            </a:pPr>
            <a:r>
              <a:rPr sz="2100" b="1">
                <a:solidFill>
                  <a:srgbClr val="72D4C1"/>
                </a:solidFill>
              </a:rPr>
              <a:t>Observe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981D10-D8B6-4AD6-8527-0F4822E03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029200"/>
            <a:ext cx="4048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FFFFFF"/>
                </a:solidFill>
              </a:defRPr>
            </a:defPPr>
            <a:lvl1pPr>
              <a:defRPr sz="1800" b="0">
                <a:solidFill>
                  <a:srgbClr val="FFFFFF"/>
                </a:solidFill>
              </a:defRPr>
            </a:lvl1pPr>
            <a:lvl2pPr>
              <a:defRPr sz="1800" b="0">
                <a:solidFill>
                  <a:srgbClr val="FFFFFF"/>
                </a:solidFill>
              </a:defRPr>
            </a:lvl2pPr>
            <a:lvl3pPr>
              <a:defRPr sz="1800" b="0">
                <a:solidFill>
                  <a:srgbClr val="FFFFFF"/>
                </a:solidFill>
              </a:defRPr>
            </a:lvl3pPr>
            <a:lvl4pPr>
              <a:defRPr sz="1800" b="0">
                <a:solidFill>
                  <a:srgbClr val="FFFFFF"/>
                </a:solidFill>
              </a:defRPr>
            </a:lvl4pPr>
            <a:lvl5pPr>
              <a:defRPr sz="1800" b="0">
                <a:solidFill>
                  <a:srgbClr val="FFFFFF"/>
                </a:solidFill>
              </a:defRPr>
            </a:lvl5pPr>
            <a:lvl6pPr>
              <a:defRPr sz="1800" b="0">
                <a:solidFill>
                  <a:srgbClr val="FFFFFF"/>
                </a:solidFill>
              </a:defRPr>
            </a:lvl6pPr>
            <a:lvl7pPr>
              <a:defRPr sz="1800" b="0">
                <a:solidFill>
                  <a:srgbClr val="FFFFFF"/>
                </a:solidFill>
              </a:defRPr>
            </a:lvl7pPr>
            <a:lvl8pPr>
              <a:defRPr sz="1800" b="0">
                <a:solidFill>
                  <a:srgbClr val="FFFFFF"/>
                </a:solidFill>
              </a:defRPr>
            </a:lvl8pPr>
            <a:lvl9pPr>
              <a:defRPr sz="180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Boundary shape and sharpness; unchanged outer geometry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8626AD-1790-4A23-B918-40B720D6A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72D4C1"/>
                </a:solidFill>
              </a:defRPr>
            </a:defPPr>
            <a:lvl1pPr>
              <a:defRPr sz="1725" b="1">
                <a:solidFill>
                  <a:srgbClr val="72D4C1"/>
                </a:solidFill>
              </a:defRPr>
            </a:lvl1pPr>
            <a:lvl2pPr>
              <a:defRPr sz="1725" b="1">
                <a:solidFill>
                  <a:srgbClr val="72D4C1"/>
                </a:solidFill>
              </a:defRPr>
            </a:lvl2pPr>
            <a:lvl3pPr>
              <a:defRPr sz="1725" b="1">
                <a:solidFill>
                  <a:srgbClr val="72D4C1"/>
                </a:solidFill>
              </a:defRPr>
            </a:lvl3pPr>
            <a:lvl4pPr>
              <a:defRPr sz="1725" b="1">
                <a:solidFill>
                  <a:srgbClr val="72D4C1"/>
                </a:solidFill>
              </a:defRPr>
            </a:lvl4pPr>
            <a:lvl5pPr>
              <a:defRPr sz="1725" b="1">
                <a:solidFill>
                  <a:srgbClr val="72D4C1"/>
                </a:solidFill>
              </a:defRPr>
            </a:lvl5pPr>
            <a:lvl6pPr>
              <a:defRPr sz="1725" b="1">
                <a:solidFill>
                  <a:srgbClr val="72D4C1"/>
                </a:solidFill>
              </a:defRPr>
            </a:lvl6pPr>
            <a:lvl7pPr>
              <a:defRPr sz="1725" b="1">
                <a:solidFill>
                  <a:srgbClr val="72D4C1"/>
                </a:solidFill>
              </a:defRPr>
            </a:lvl7pPr>
            <a:lvl8pPr>
              <a:defRPr sz="1725" b="1">
                <a:solidFill>
                  <a:srgbClr val="72D4C1"/>
                </a:solidFill>
              </a:defRPr>
            </a:lvl8pPr>
            <a:lvl9pPr>
              <a:defRPr sz="1725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72D4C1"/>
                </a:solidFill>
              </a:defRPr>
            </a:pPr>
            <a:r>
              <a:rPr sz="1725" b="1">
                <a:solidFill>
                  <a:srgbClr val="72D4C1"/>
                </a:solidFill>
              </a:rPr>
              <a:t>What evidence would distinguish height blending from displacement?</a:t>
            </a:r>
          </a:p>
        </p:txBody>
      </p:sp>
    </p:spTree>
    <p:extLst>
      <p:ext uri="{BB962C8B-B14F-4D97-AF65-F5344CB8AC3E}">
        <p14:creationId xmlns:p14="http://schemas.microsoft.com/office/powerpoint/2010/main" val="6527685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A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C42E77-A4A4-400B-8789-4BEB6F3D3F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05acac2d6a48dd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EB7D9F-F51E-49BD-B33C-90364E513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62DFF5"/>
                </a:solidFill>
              </a:defRPr>
            </a:defPPr>
            <a:lvl1pPr>
              <a:defRPr sz="1350" b="1">
                <a:solidFill>
                  <a:srgbClr val="62DFF5"/>
                </a:solidFill>
              </a:defRPr>
            </a:lvl1pPr>
            <a:lvl2pPr>
              <a:defRPr sz="1350" b="1">
                <a:solidFill>
                  <a:srgbClr val="62DFF5"/>
                </a:solidFill>
              </a:defRPr>
            </a:lvl2pPr>
            <a:lvl3pPr>
              <a:defRPr sz="1350" b="1">
                <a:solidFill>
                  <a:srgbClr val="62DFF5"/>
                </a:solidFill>
              </a:defRPr>
            </a:lvl3pPr>
            <a:lvl4pPr>
              <a:defRPr sz="1350" b="1">
                <a:solidFill>
                  <a:srgbClr val="62DFF5"/>
                </a:solidFill>
              </a:defRPr>
            </a:lvl4pPr>
            <a:lvl5pPr>
              <a:defRPr sz="1350" b="1">
                <a:solidFill>
                  <a:srgbClr val="62DFF5"/>
                </a:solidFill>
              </a:defRPr>
            </a:lvl5pPr>
            <a:lvl6pPr>
              <a:defRPr sz="1350" b="1">
                <a:solidFill>
                  <a:srgbClr val="62DFF5"/>
                </a:solidFill>
              </a:defRPr>
            </a:lvl6pPr>
            <a:lvl7pPr>
              <a:defRPr sz="1350" b="1">
                <a:solidFill>
                  <a:srgbClr val="62DFF5"/>
                </a:solidFill>
              </a:defRPr>
            </a:lvl7pPr>
            <a:lvl8pPr>
              <a:defRPr sz="1350" b="1">
                <a:solidFill>
                  <a:srgbClr val="62DFF5"/>
                </a:solidFill>
              </a:defRPr>
            </a:lvl8pPr>
            <a:lvl9pPr>
              <a:defRPr sz="1350" b="1">
                <a:solidFill>
                  <a:srgbClr val="62DFF5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62DFF5"/>
                </a:solidFill>
              </a:defRPr>
            </a:pPr>
            <a:r>
              <a:rPr sz="1350" b="1">
                <a:solidFill>
                  <a:srgbClr val="62DFF5"/>
                </a:solidFill>
              </a:rPr>
              <a:t>PARAMETER SCOPE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5D9870-93D4-48F9-908B-2F2FF94FE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FFFFF"/>
                </a:solidFill>
              </a:defRPr>
            </a:defPPr>
            <a:lvl1pPr>
              <a:defRPr sz="3450" b="1">
                <a:solidFill>
                  <a:srgbClr val="FFFFFF"/>
                </a:solidFill>
              </a:defRPr>
            </a:lvl1pPr>
            <a:lvl2pPr>
              <a:defRPr sz="3450" b="1">
                <a:solidFill>
                  <a:srgbClr val="FFFFFF"/>
                </a:solidFill>
              </a:defRPr>
            </a:lvl2pPr>
            <a:lvl3pPr>
              <a:defRPr sz="3450" b="1">
                <a:solidFill>
                  <a:srgbClr val="FFFFFF"/>
                </a:solidFill>
              </a:defRPr>
            </a:lvl3pPr>
            <a:lvl4pPr>
              <a:defRPr sz="3450" b="1">
                <a:solidFill>
                  <a:srgbClr val="FFFFFF"/>
                </a:solidFill>
              </a:defRPr>
            </a:lvl4pPr>
            <a:lvl5pPr>
              <a:defRPr sz="3450" b="1">
                <a:solidFill>
                  <a:srgbClr val="FFFFFF"/>
                </a:solidFill>
              </a:defRPr>
            </a:lvl5pPr>
            <a:lvl6pPr>
              <a:defRPr sz="3450" b="1">
                <a:solidFill>
                  <a:srgbClr val="FFFFFF"/>
                </a:solidFill>
              </a:defRPr>
            </a:lvl6pPr>
            <a:lvl7pPr>
              <a:defRPr sz="3450" b="1">
                <a:solidFill>
                  <a:srgbClr val="FFFFFF"/>
                </a:solidFill>
              </a:defRPr>
            </a:lvl7pPr>
            <a:lvl8pPr>
              <a:defRPr sz="3450" b="1">
                <a:solidFill>
                  <a:srgbClr val="FFFFFF"/>
                </a:solidFill>
              </a:defRPr>
            </a:lvl8pPr>
            <a:lvl9pPr>
              <a:defRPr sz="34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Parameter scope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316589-338D-4165-967B-3A4D399AC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C4D3E3"/>
                </a:solidFill>
              </a:defRPr>
            </a:defPPr>
            <a:lvl1pPr>
              <a:defRPr sz="1200" b="0">
                <a:solidFill>
                  <a:srgbClr val="C4D3E3"/>
                </a:solidFill>
              </a:defRPr>
            </a:lvl1pPr>
            <a:lvl2pPr>
              <a:defRPr sz="1200" b="0">
                <a:solidFill>
                  <a:srgbClr val="C4D3E3"/>
                </a:solidFill>
              </a:defRPr>
            </a:lvl2pPr>
            <a:lvl3pPr>
              <a:defRPr sz="1200" b="0">
                <a:solidFill>
                  <a:srgbClr val="C4D3E3"/>
                </a:solidFill>
              </a:defRPr>
            </a:lvl3pPr>
            <a:lvl4pPr>
              <a:defRPr sz="1200" b="0">
                <a:solidFill>
                  <a:srgbClr val="C4D3E3"/>
                </a:solidFill>
              </a:defRPr>
            </a:lvl4pPr>
            <a:lvl5pPr>
              <a:defRPr sz="1200" b="0">
                <a:solidFill>
                  <a:srgbClr val="C4D3E3"/>
                </a:solidFill>
              </a:defRPr>
            </a:lvl5pPr>
            <a:lvl6pPr>
              <a:defRPr sz="1200" b="0">
                <a:solidFill>
                  <a:srgbClr val="C4D3E3"/>
                </a:solidFill>
              </a:defRPr>
            </a:lvl6pPr>
            <a:lvl7pPr>
              <a:defRPr sz="1200" b="0">
                <a:solidFill>
                  <a:srgbClr val="C4D3E3"/>
                </a:solidFill>
              </a:defRPr>
            </a:lvl7pPr>
            <a:lvl8pPr>
              <a:defRPr sz="1200" b="0">
                <a:solidFill>
                  <a:srgbClr val="C4D3E3"/>
                </a:solidFill>
              </a:defRPr>
            </a:lvl8pPr>
            <a:lvl9pPr>
              <a:defRPr sz="1200" b="0">
                <a:solidFill>
                  <a:srgbClr val="C4D3E3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C4D3E3"/>
                </a:solidFill>
              </a:defRPr>
            </a:pPr>
            <a:r>
              <a:rPr sz="1200" b="0">
                <a:solidFill>
                  <a:srgbClr val="C4D3E3"/>
                </a:solidFill>
              </a:rPr>
              <a:t>08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4B55DF-C543-4FEE-BA1A-C176DABCCA6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7583232bc24912"/>
          <a:srcRect xmlns:a="http://schemas.openxmlformats.org/drawingml/2006/main" l="0" t="20000" r="0" b="8000"/>
          <a:stretch xmlns:a="http://schemas.openxmlformats.org/drawingml/2006/main"/>
        </p:blipFill>
        <p:spPr>
          <a:xfrm xmlns:a="http://schemas.openxmlformats.org/drawingml/2006/main">
            <a:off x="2567940" y="1762125"/>
            <a:ext cx="7056120" cy="2857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2AEDC4-F23D-45A0-99CE-835704FF2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72D4C1"/>
                </a:solidFill>
              </a:defRPr>
            </a:defPPr>
            <a:lvl1pPr>
              <a:defRPr sz="2100" b="1">
                <a:solidFill>
                  <a:srgbClr val="72D4C1"/>
                </a:solidFill>
              </a:defRPr>
            </a:lvl1pPr>
            <a:lvl2pPr>
              <a:defRPr sz="2100" b="1">
                <a:solidFill>
                  <a:srgbClr val="72D4C1"/>
                </a:solidFill>
              </a:defRPr>
            </a:lvl2pPr>
            <a:lvl3pPr>
              <a:defRPr sz="2100" b="1">
                <a:solidFill>
                  <a:srgbClr val="72D4C1"/>
                </a:solidFill>
              </a:defRPr>
            </a:lvl3pPr>
            <a:lvl4pPr>
              <a:defRPr sz="2100" b="1">
                <a:solidFill>
                  <a:srgbClr val="72D4C1"/>
                </a:solidFill>
              </a:defRPr>
            </a:lvl4pPr>
            <a:lvl5pPr>
              <a:defRPr sz="2100" b="1">
                <a:solidFill>
                  <a:srgbClr val="72D4C1"/>
                </a:solidFill>
              </a:defRPr>
            </a:lvl5pPr>
            <a:lvl6pPr>
              <a:defRPr sz="2100" b="1">
                <a:solidFill>
                  <a:srgbClr val="72D4C1"/>
                </a:solidFill>
              </a:defRPr>
            </a:lvl6pPr>
            <a:lvl7pPr>
              <a:defRPr sz="2100" b="1">
                <a:solidFill>
                  <a:srgbClr val="72D4C1"/>
                </a:solidFill>
              </a:defRPr>
            </a:lvl7pPr>
            <a:lvl8pPr>
              <a:defRPr sz="2100" b="1">
                <a:solidFill>
                  <a:srgbClr val="72D4C1"/>
                </a:solidFill>
              </a:defRPr>
            </a:lvl8pPr>
            <a:lvl9pPr>
              <a:defRPr sz="2100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72D4C1"/>
                </a:solidFill>
              </a:defRPr>
            </a:pPr>
            <a:r>
              <a:rPr sz="2100" b="1">
                <a:solidFill>
                  <a:srgbClr val="72D4C1"/>
                </a:solidFill>
              </a:rPr>
              <a:t>Instance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F59635-CED3-425B-A159-C64C907ED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72075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FFFFFF"/>
                </a:solidFill>
              </a:defRPr>
            </a:defPPr>
            <a:lvl1pPr>
              <a:defRPr sz="1875" b="0">
                <a:solidFill>
                  <a:srgbClr val="FFFFFF"/>
                </a:solidFill>
              </a:defRPr>
            </a:lvl1pPr>
            <a:lvl2pPr>
              <a:defRPr sz="1875" b="0">
                <a:solidFill>
                  <a:srgbClr val="FFFFFF"/>
                </a:solidFill>
              </a:defRPr>
            </a:lvl2pPr>
            <a:lvl3pPr>
              <a:defRPr sz="1875" b="0">
                <a:solidFill>
                  <a:srgbClr val="FFFFFF"/>
                </a:solidFill>
              </a:defRPr>
            </a:lvl3pPr>
            <a:lvl4pPr>
              <a:defRPr sz="1875" b="0">
                <a:solidFill>
                  <a:srgbClr val="FFFFFF"/>
                </a:solidFill>
              </a:defRPr>
            </a:lvl4pPr>
            <a:lvl5pPr>
              <a:defRPr sz="1875" b="0">
                <a:solidFill>
                  <a:srgbClr val="FFFFFF"/>
                </a:solidFill>
              </a:defRPr>
            </a:lvl5pPr>
            <a:lvl6pPr>
              <a:defRPr sz="1875" b="0">
                <a:solidFill>
                  <a:srgbClr val="FFFFFF"/>
                </a:solidFill>
              </a:defRPr>
            </a:lvl6pPr>
            <a:lvl7pPr>
              <a:defRPr sz="1875" b="0">
                <a:solidFill>
                  <a:srgbClr val="FFFFFF"/>
                </a:solidFill>
              </a:defRPr>
            </a:lvl7pPr>
            <a:lvl8pPr>
              <a:defRPr sz="1875" b="0">
                <a:solidFill>
                  <a:srgbClr val="FFFFFF"/>
                </a:solidFill>
              </a:defRPr>
            </a:lvl8pPr>
            <a:lvl9pPr>
              <a:defRPr sz="187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Reusable variant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BBE074-20B1-4DF3-8B25-A193E6874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762500"/>
            <a:ext cx="3381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72D4C1"/>
                </a:solidFill>
              </a:defRPr>
            </a:defPPr>
            <a:lvl1pPr>
              <a:defRPr sz="2100" b="1">
                <a:solidFill>
                  <a:srgbClr val="72D4C1"/>
                </a:solidFill>
              </a:defRPr>
            </a:lvl1pPr>
            <a:lvl2pPr>
              <a:defRPr sz="2100" b="1">
                <a:solidFill>
                  <a:srgbClr val="72D4C1"/>
                </a:solidFill>
              </a:defRPr>
            </a:lvl2pPr>
            <a:lvl3pPr>
              <a:defRPr sz="2100" b="1">
                <a:solidFill>
                  <a:srgbClr val="72D4C1"/>
                </a:solidFill>
              </a:defRPr>
            </a:lvl3pPr>
            <a:lvl4pPr>
              <a:defRPr sz="2100" b="1">
                <a:solidFill>
                  <a:srgbClr val="72D4C1"/>
                </a:solidFill>
              </a:defRPr>
            </a:lvl4pPr>
            <a:lvl5pPr>
              <a:defRPr sz="2100" b="1">
                <a:solidFill>
                  <a:srgbClr val="72D4C1"/>
                </a:solidFill>
              </a:defRPr>
            </a:lvl5pPr>
            <a:lvl6pPr>
              <a:defRPr sz="2100" b="1">
                <a:solidFill>
                  <a:srgbClr val="72D4C1"/>
                </a:solidFill>
              </a:defRPr>
            </a:lvl6pPr>
            <a:lvl7pPr>
              <a:defRPr sz="2100" b="1">
                <a:solidFill>
                  <a:srgbClr val="72D4C1"/>
                </a:solidFill>
              </a:defRPr>
            </a:lvl7pPr>
            <a:lvl8pPr>
              <a:defRPr sz="2100" b="1">
                <a:solidFill>
                  <a:srgbClr val="72D4C1"/>
                </a:solidFill>
              </a:defRPr>
            </a:lvl8pPr>
            <a:lvl9pPr>
              <a:defRPr sz="2100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72D4C1"/>
                </a:solidFill>
              </a:defRPr>
            </a:pPr>
            <a:r>
              <a:rPr sz="2100" b="1">
                <a:solidFill>
                  <a:srgbClr val="72D4C1"/>
                </a:solidFill>
              </a:rPr>
              <a:t>Parameter collection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18209D-E719-42C0-A1B4-EDC5C35F1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172075"/>
            <a:ext cx="3381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FFFFFF"/>
                </a:solidFill>
              </a:defRPr>
            </a:defPPr>
            <a:lvl1pPr>
              <a:defRPr sz="1875" b="0">
                <a:solidFill>
                  <a:srgbClr val="FFFFFF"/>
                </a:solidFill>
              </a:defRPr>
            </a:lvl1pPr>
            <a:lvl2pPr>
              <a:defRPr sz="1875" b="0">
                <a:solidFill>
                  <a:srgbClr val="FFFFFF"/>
                </a:solidFill>
              </a:defRPr>
            </a:lvl2pPr>
            <a:lvl3pPr>
              <a:defRPr sz="1875" b="0">
                <a:solidFill>
                  <a:srgbClr val="FFFFFF"/>
                </a:solidFill>
              </a:defRPr>
            </a:lvl3pPr>
            <a:lvl4pPr>
              <a:defRPr sz="1875" b="0">
                <a:solidFill>
                  <a:srgbClr val="FFFFFF"/>
                </a:solidFill>
              </a:defRPr>
            </a:lvl4pPr>
            <a:lvl5pPr>
              <a:defRPr sz="1875" b="0">
                <a:solidFill>
                  <a:srgbClr val="FFFFFF"/>
                </a:solidFill>
              </a:defRPr>
            </a:lvl5pPr>
            <a:lvl6pPr>
              <a:defRPr sz="1875" b="0">
                <a:solidFill>
                  <a:srgbClr val="FFFFFF"/>
                </a:solidFill>
              </a:defRPr>
            </a:lvl6pPr>
            <a:lvl7pPr>
              <a:defRPr sz="1875" b="0">
                <a:solidFill>
                  <a:srgbClr val="FFFFFF"/>
                </a:solidFill>
              </a:defRPr>
            </a:lvl7pPr>
            <a:lvl8pPr>
              <a:defRPr sz="1875" b="0">
                <a:solidFill>
                  <a:srgbClr val="FFFFFF"/>
                </a:solidFill>
              </a:defRPr>
            </a:lvl8pPr>
            <a:lvl9pPr>
              <a:defRPr sz="187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Shared values (MPC)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6ADDE3-A31D-4547-B4FD-18A410A7D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76250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72D4C1"/>
                </a:solidFill>
              </a:defRPr>
            </a:defPPr>
            <a:lvl1pPr>
              <a:defRPr sz="2100" b="1">
                <a:solidFill>
                  <a:srgbClr val="72D4C1"/>
                </a:solidFill>
              </a:defRPr>
            </a:lvl1pPr>
            <a:lvl2pPr>
              <a:defRPr sz="2100" b="1">
                <a:solidFill>
                  <a:srgbClr val="72D4C1"/>
                </a:solidFill>
              </a:defRPr>
            </a:lvl2pPr>
            <a:lvl3pPr>
              <a:defRPr sz="2100" b="1">
                <a:solidFill>
                  <a:srgbClr val="72D4C1"/>
                </a:solidFill>
              </a:defRPr>
            </a:lvl3pPr>
            <a:lvl4pPr>
              <a:defRPr sz="2100" b="1">
                <a:solidFill>
                  <a:srgbClr val="72D4C1"/>
                </a:solidFill>
              </a:defRPr>
            </a:lvl4pPr>
            <a:lvl5pPr>
              <a:defRPr sz="2100" b="1">
                <a:solidFill>
                  <a:srgbClr val="72D4C1"/>
                </a:solidFill>
              </a:defRPr>
            </a:lvl5pPr>
            <a:lvl6pPr>
              <a:defRPr sz="2100" b="1">
                <a:solidFill>
                  <a:srgbClr val="72D4C1"/>
                </a:solidFill>
              </a:defRPr>
            </a:lvl6pPr>
            <a:lvl7pPr>
              <a:defRPr sz="2100" b="1">
                <a:solidFill>
                  <a:srgbClr val="72D4C1"/>
                </a:solidFill>
              </a:defRPr>
            </a:lvl7pPr>
            <a:lvl8pPr>
              <a:defRPr sz="2100" b="1">
                <a:solidFill>
                  <a:srgbClr val="72D4C1"/>
                </a:solidFill>
              </a:defRPr>
            </a:lvl8pPr>
            <a:lvl9pPr>
              <a:defRPr sz="2100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72D4C1"/>
                </a:solidFill>
              </a:defRPr>
            </a:pPr>
            <a:r>
              <a:rPr sz="2100" b="1">
                <a:solidFill>
                  <a:srgbClr val="72D4C1"/>
                </a:solidFill>
              </a:rPr>
              <a:t>Primitive data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08CE0A-9CE0-4641-A6D2-4BC3A6474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172075"/>
            <a:ext cx="342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FFFFFF"/>
                </a:solidFill>
              </a:defRPr>
            </a:defPPr>
            <a:lvl1pPr>
              <a:defRPr sz="1875" b="0">
                <a:solidFill>
                  <a:srgbClr val="FFFFFF"/>
                </a:solidFill>
              </a:defRPr>
            </a:lvl1pPr>
            <a:lvl2pPr>
              <a:defRPr sz="1875" b="0">
                <a:solidFill>
                  <a:srgbClr val="FFFFFF"/>
                </a:solidFill>
              </a:defRPr>
            </a:lvl2pPr>
            <a:lvl3pPr>
              <a:defRPr sz="1875" b="0">
                <a:solidFill>
                  <a:srgbClr val="FFFFFF"/>
                </a:solidFill>
              </a:defRPr>
            </a:lvl3pPr>
            <a:lvl4pPr>
              <a:defRPr sz="1875" b="0">
                <a:solidFill>
                  <a:srgbClr val="FFFFFF"/>
                </a:solidFill>
              </a:defRPr>
            </a:lvl4pPr>
            <a:lvl5pPr>
              <a:defRPr sz="1875" b="0">
                <a:solidFill>
                  <a:srgbClr val="FFFFFF"/>
                </a:solidFill>
              </a:defRPr>
            </a:lvl5pPr>
            <a:lvl6pPr>
              <a:defRPr sz="1875" b="0">
                <a:solidFill>
                  <a:srgbClr val="FFFFFF"/>
                </a:solidFill>
              </a:defRPr>
            </a:lvl6pPr>
            <a:lvl7pPr>
              <a:defRPr sz="1875" b="0">
                <a:solidFill>
                  <a:srgbClr val="FFFFFF"/>
                </a:solidFill>
              </a:defRPr>
            </a:lvl7pPr>
            <a:lvl8pPr>
              <a:defRPr sz="1875" b="0">
                <a:solidFill>
                  <a:srgbClr val="FFFFFF"/>
                </a:solidFill>
              </a:defRPr>
            </a:lvl8pPr>
            <a:lvl9pPr>
              <a:defRPr sz="187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Per component (CPD)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832525-06D1-41A0-8DA1-CBEDA1690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72D4C1"/>
                </a:solidFill>
              </a:defRPr>
            </a:defPPr>
            <a:lvl1pPr>
              <a:defRPr sz="1800" b="1">
                <a:solidFill>
                  <a:srgbClr val="72D4C1"/>
                </a:solidFill>
              </a:defRPr>
            </a:lvl1pPr>
            <a:lvl2pPr>
              <a:defRPr sz="1800" b="1">
                <a:solidFill>
                  <a:srgbClr val="72D4C1"/>
                </a:solidFill>
              </a:defRPr>
            </a:lvl2pPr>
            <a:lvl3pPr>
              <a:defRPr sz="1800" b="1">
                <a:solidFill>
                  <a:srgbClr val="72D4C1"/>
                </a:solidFill>
              </a:defRPr>
            </a:lvl3pPr>
            <a:lvl4pPr>
              <a:defRPr sz="1800" b="1">
                <a:solidFill>
                  <a:srgbClr val="72D4C1"/>
                </a:solidFill>
              </a:defRPr>
            </a:lvl4pPr>
            <a:lvl5pPr>
              <a:defRPr sz="1800" b="1">
                <a:solidFill>
                  <a:srgbClr val="72D4C1"/>
                </a:solidFill>
              </a:defRPr>
            </a:lvl5pPr>
            <a:lvl6pPr>
              <a:defRPr sz="1800" b="1">
                <a:solidFill>
                  <a:srgbClr val="72D4C1"/>
                </a:solidFill>
              </a:defRPr>
            </a:lvl6pPr>
            <a:lvl7pPr>
              <a:defRPr sz="1800" b="1">
                <a:solidFill>
                  <a:srgbClr val="72D4C1"/>
                </a:solidFill>
              </a:defRPr>
            </a:lvl7pPr>
            <a:lvl8pPr>
              <a:defRPr sz="1800" b="1">
                <a:solidFill>
                  <a:srgbClr val="72D4C1"/>
                </a:solidFill>
              </a:defRPr>
            </a:lvl8pPr>
            <a:lvl9pPr>
              <a:defRPr sz="1800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72D4C1"/>
                </a:solidFill>
              </a:defRPr>
            </a:pPr>
            <a:r>
              <a:rPr sz="1800" b="1">
                <a:solidFill>
                  <a:srgbClr val="72D4C1"/>
                </a:solidFill>
              </a:rPr>
              <a:t>Runtime edits: dynamic instance, collection or primitive data</a:t>
            </a:r>
          </a:p>
          <a:p xmlns:a="http://schemas.openxmlformats.org/drawingml/2006/main">
            <a:pPr>
              <a:defRPr sz="1800" b="1">
                <a:solidFill>
                  <a:srgbClr val="72D4C1"/>
                </a:solidFill>
              </a:defRPr>
            </a:pPr>
            <a:r>
              <a:rPr sz="1800" b="1">
                <a:solidFill>
                  <a:srgbClr val="72D4C1"/>
                </a:solidFill>
              </a:rPr>
              <a:t>Static switches select compiled variants</a:t>
            </a:r>
          </a:p>
        </p:txBody>
      </p:sp>
    </p:spTree>
    <p:extLst>
      <p:ext uri="{BB962C8B-B14F-4D97-AF65-F5344CB8AC3E}">
        <p14:creationId xmlns:p14="http://schemas.microsoft.com/office/powerpoint/2010/main" val="120520049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A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20F65D-9804-4DBB-9F90-4F14025A60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8ae54f46e741a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7B6B5F-976D-4A23-86DD-52619B96D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62DFF5"/>
                </a:solidFill>
              </a:defRPr>
            </a:defPPr>
            <a:lvl1pPr>
              <a:defRPr sz="1350" b="1">
                <a:solidFill>
                  <a:srgbClr val="62DFF5"/>
                </a:solidFill>
              </a:defRPr>
            </a:lvl1pPr>
            <a:lvl2pPr>
              <a:defRPr sz="1350" b="1">
                <a:solidFill>
                  <a:srgbClr val="62DFF5"/>
                </a:solidFill>
              </a:defRPr>
            </a:lvl2pPr>
            <a:lvl3pPr>
              <a:defRPr sz="1350" b="1">
                <a:solidFill>
                  <a:srgbClr val="62DFF5"/>
                </a:solidFill>
              </a:defRPr>
            </a:lvl3pPr>
            <a:lvl4pPr>
              <a:defRPr sz="1350" b="1">
                <a:solidFill>
                  <a:srgbClr val="62DFF5"/>
                </a:solidFill>
              </a:defRPr>
            </a:lvl4pPr>
            <a:lvl5pPr>
              <a:defRPr sz="1350" b="1">
                <a:solidFill>
                  <a:srgbClr val="62DFF5"/>
                </a:solidFill>
              </a:defRPr>
            </a:lvl5pPr>
            <a:lvl6pPr>
              <a:defRPr sz="1350" b="1">
                <a:solidFill>
                  <a:srgbClr val="62DFF5"/>
                </a:solidFill>
              </a:defRPr>
            </a:lvl6pPr>
            <a:lvl7pPr>
              <a:defRPr sz="1350" b="1">
                <a:solidFill>
                  <a:srgbClr val="62DFF5"/>
                </a:solidFill>
              </a:defRPr>
            </a:lvl7pPr>
            <a:lvl8pPr>
              <a:defRPr sz="1350" b="1">
                <a:solidFill>
                  <a:srgbClr val="62DFF5"/>
                </a:solidFill>
              </a:defRPr>
            </a:lvl8pPr>
            <a:lvl9pPr>
              <a:defRPr sz="1350" b="1">
                <a:solidFill>
                  <a:srgbClr val="62DFF5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62DFF5"/>
                </a:solidFill>
              </a:defRPr>
            </a:pPr>
            <a:r>
              <a:rPr sz="1350" b="1">
                <a:solidFill>
                  <a:srgbClr val="62DFF5"/>
                </a:solidFill>
              </a:rPr>
              <a:t>LAB ROUTE 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4900A7-61B7-4BE4-80CD-80A7CE320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FFFFF"/>
                </a:solidFill>
              </a:defRPr>
            </a:defPPr>
            <a:lvl1pPr>
              <a:defRPr sz="3150" b="1">
                <a:solidFill>
                  <a:srgbClr val="FFFFFF"/>
                </a:solidFill>
              </a:defRPr>
            </a:lvl1pPr>
            <a:lvl2pPr>
              <a:defRPr sz="3150" b="1">
                <a:solidFill>
                  <a:srgbClr val="FFFFFF"/>
                </a:solidFill>
              </a:defRPr>
            </a:lvl2pPr>
            <a:lvl3pPr>
              <a:defRPr sz="3150" b="1">
                <a:solidFill>
                  <a:srgbClr val="FFFFFF"/>
                </a:solidFill>
              </a:defRPr>
            </a:lvl3pPr>
            <a:lvl4pPr>
              <a:defRPr sz="3150" b="1">
                <a:solidFill>
                  <a:srgbClr val="FFFFFF"/>
                </a:solidFill>
              </a:defRPr>
            </a:lvl4pPr>
            <a:lvl5pPr>
              <a:defRPr sz="3150" b="1">
                <a:solidFill>
                  <a:srgbClr val="FFFFFF"/>
                </a:solidFill>
              </a:defRPr>
            </a:lvl5pPr>
            <a:lvl6pPr>
              <a:defRPr sz="3150" b="1">
                <a:solidFill>
                  <a:srgbClr val="FFFFFF"/>
                </a:solidFill>
              </a:defRPr>
            </a:lvl6pPr>
            <a:lvl7pPr>
              <a:defRPr sz="3150" b="1">
                <a:solidFill>
                  <a:srgbClr val="FFFFFF"/>
                </a:solidFill>
              </a:defRPr>
            </a:lvl7pPr>
            <a:lvl8pPr>
              <a:defRPr sz="3150" b="1">
                <a:solidFill>
                  <a:srgbClr val="FFFFFF"/>
                </a:solidFill>
              </a:defRPr>
            </a:lvl8pPr>
            <a:lvl9pPr>
              <a:defRPr sz="31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Shared and per-component controls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D31C7F-ACF4-427A-867E-BBF1CE705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C4D3E3"/>
                </a:solidFill>
              </a:defRPr>
            </a:defPPr>
            <a:lvl1pPr>
              <a:defRPr sz="1200" b="0">
                <a:solidFill>
                  <a:srgbClr val="C4D3E3"/>
                </a:solidFill>
              </a:defRPr>
            </a:lvl1pPr>
            <a:lvl2pPr>
              <a:defRPr sz="1200" b="0">
                <a:solidFill>
                  <a:srgbClr val="C4D3E3"/>
                </a:solidFill>
              </a:defRPr>
            </a:lvl2pPr>
            <a:lvl3pPr>
              <a:defRPr sz="1200" b="0">
                <a:solidFill>
                  <a:srgbClr val="C4D3E3"/>
                </a:solidFill>
              </a:defRPr>
            </a:lvl3pPr>
            <a:lvl4pPr>
              <a:defRPr sz="1200" b="0">
                <a:solidFill>
                  <a:srgbClr val="C4D3E3"/>
                </a:solidFill>
              </a:defRPr>
            </a:lvl4pPr>
            <a:lvl5pPr>
              <a:defRPr sz="1200" b="0">
                <a:solidFill>
                  <a:srgbClr val="C4D3E3"/>
                </a:solidFill>
              </a:defRPr>
            </a:lvl5pPr>
            <a:lvl6pPr>
              <a:defRPr sz="1200" b="0">
                <a:solidFill>
                  <a:srgbClr val="C4D3E3"/>
                </a:solidFill>
              </a:defRPr>
            </a:lvl6pPr>
            <a:lvl7pPr>
              <a:defRPr sz="1200" b="0">
                <a:solidFill>
                  <a:srgbClr val="C4D3E3"/>
                </a:solidFill>
              </a:defRPr>
            </a:lvl7pPr>
            <a:lvl8pPr>
              <a:defRPr sz="1200" b="0">
                <a:solidFill>
                  <a:srgbClr val="C4D3E3"/>
                </a:solidFill>
              </a:defRPr>
            </a:lvl8pPr>
            <a:lvl9pPr>
              <a:defRPr sz="1200" b="0">
                <a:solidFill>
                  <a:srgbClr val="C4D3E3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C4D3E3"/>
                </a:solidFill>
              </a:defRPr>
            </a:pPr>
            <a:r>
              <a:rPr sz="1200" b="0">
                <a:solidFill>
                  <a:srgbClr val="C4D3E3"/>
                </a:solidFill>
              </a:rPr>
              <a:t>8A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5D6613-E7CA-4B82-810B-B90F8500BEF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870e1a0add4e1f"/>
          <a:stretch xmlns:a="http://schemas.openxmlformats.org/drawingml/2006/main"/>
        </p:blipFill>
        <p:spPr>
          <a:xfrm xmlns:a="http://schemas.openxmlformats.org/drawingml/2006/main">
            <a:off x="609600" y="2093119"/>
            <a:ext cx="6477000" cy="364331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AB7EB4-FE72-4602-9CCD-8701362D6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52625"/>
            <a:ext cx="4048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72D4C1"/>
                </a:solidFill>
              </a:defRPr>
            </a:defPPr>
            <a:lvl1pPr>
              <a:defRPr sz="2100" b="1">
                <a:solidFill>
                  <a:srgbClr val="72D4C1"/>
                </a:solidFill>
              </a:defRPr>
            </a:lvl1pPr>
            <a:lvl2pPr>
              <a:defRPr sz="2100" b="1">
                <a:solidFill>
                  <a:srgbClr val="72D4C1"/>
                </a:solidFill>
              </a:defRPr>
            </a:lvl2pPr>
            <a:lvl3pPr>
              <a:defRPr sz="2100" b="1">
                <a:solidFill>
                  <a:srgbClr val="72D4C1"/>
                </a:solidFill>
              </a:defRPr>
            </a:lvl3pPr>
            <a:lvl4pPr>
              <a:defRPr sz="2100" b="1">
                <a:solidFill>
                  <a:srgbClr val="72D4C1"/>
                </a:solidFill>
              </a:defRPr>
            </a:lvl4pPr>
            <a:lvl5pPr>
              <a:defRPr sz="2100" b="1">
                <a:solidFill>
                  <a:srgbClr val="72D4C1"/>
                </a:solidFill>
              </a:defRPr>
            </a:lvl5pPr>
            <a:lvl6pPr>
              <a:defRPr sz="2100" b="1">
                <a:solidFill>
                  <a:srgbClr val="72D4C1"/>
                </a:solidFill>
              </a:defRPr>
            </a:lvl6pPr>
            <a:lvl7pPr>
              <a:defRPr sz="2100" b="1">
                <a:solidFill>
                  <a:srgbClr val="72D4C1"/>
                </a:solidFill>
              </a:defRPr>
            </a:lvl7pPr>
            <a:lvl8pPr>
              <a:defRPr sz="2100" b="1">
                <a:solidFill>
                  <a:srgbClr val="72D4C1"/>
                </a:solidFill>
              </a:defRPr>
            </a:lvl8pPr>
            <a:lvl9pPr>
              <a:defRPr sz="2100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72D4C1"/>
                </a:solidFill>
              </a:defRPr>
            </a:pPr>
            <a:r>
              <a:rPr sz="2100" b="1">
                <a:solidFill>
                  <a:srgbClr val="72D4C1"/>
                </a:solidFill>
              </a:rPr>
              <a:t>Test 1 · collection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8A4CD9-8130-43BA-A70E-9C9C29B64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62200"/>
            <a:ext cx="4048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FFFFFF"/>
                </a:solidFill>
              </a:defRPr>
            </a:defPPr>
            <a:lvl1pPr>
              <a:defRPr sz="1800" b="0">
                <a:solidFill>
                  <a:srgbClr val="FFFFFF"/>
                </a:solidFill>
              </a:defRPr>
            </a:lvl1pPr>
            <a:lvl2pPr>
              <a:defRPr sz="1800" b="0">
                <a:solidFill>
                  <a:srgbClr val="FFFFFF"/>
                </a:solidFill>
              </a:defRPr>
            </a:lvl2pPr>
            <a:lvl3pPr>
              <a:defRPr sz="1800" b="0">
                <a:solidFill>
                  <a:srgbClr val="FFFFFF"/>
                </a:solidFill>
              </a:defRPr>
            </a:lvl3pPr>
            <a:lvl4pPr>
              <a:defRPr sz="1800" b="0">
                <a:solidFill>
                  <a:srgbClr val="FFFFFF"/>
                </a:solidFill>
              </a:defRPr>
            </a:lvl4pPr>
            <a:lvl5pPr>
              <a:defRPr sz="1800" b="0">
                <a:solidFill>
                  <a:srgbClr val="FFFFFF"/>
                </a:solidFill>
              </a:defRPr>
            </a:lvl5pPr>
            <a:lvl6pPr>
              <a:defRPr sz="1800" b="0">
                <a:solidFill>
                  <a:srgbClr val="FFFFFF"/>
                </a:solidFill>
              </a:defRPr>
            </a:lvl6pPr>
            <a:lvl7pPr>
              <a:defRPr sz="1800" b="0">
                <a:solidFill>
                  <a:srgbClr val="FFFFFF"/>
                </a:solidFill>
              </a:defRPr>
            </a:lvl7pPr>
            <a:lvl8pPr>
              <a:defRPr sz="1800" b="0">
                <a:solidFill>
                  <a:srgbClr val="FFFFFF"/>
                </a:solidFill>
              </a:defRPr>
            </a:lvl8pPr>
            <a:lvl9pPr>
              <a:defRPr sz="180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SharedRoughness: 0.2 → 0.8; observe all three spheres.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34B5EB-0B4B-415D-9DEF-86C5C14E1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86125"/>
            <a:ext cx="4048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72D4C1"/>
                </a:solidFill>
              </a:defRPr>
            </a:defPPr>
            <a:lvl1pPr>
              <a:defRPr sz="2100" b="1">
                <a:solidFill>
                  <a:srgbClr val="72D4C1"/>
                </a:solidFill>
              </a:defRPr>
            </a:lvl1pPr>
            <a:lvl2pPr>
              <a:defRPr sz="2100" b="1">
                <a:solidFill>
                  <a:srgbClr val="72D4C1"/>
                </a:solidFill>
              </a:defRPr>
            </a:lvl2pPr>
            <a:lvl3pPr>
              <a:defRPr sz="2100" b="1">
                <a:solidFill>
                  <a:srgbClr val="72D4C1"/>
                </a:solidFill>
              </a:defRPr>
            </a:lvl3pPr>
            <a:lvl4pPr>
              <a:defRPr sz="2100" b="1">
                <a:solidFill>
                  <a:srgbClr val="72D4C1"/>
                </a:solidFill>
              </a:defRPr>
            </a:lvl4pPr>
            <a:lvl5pPr>
              <a:defRPr sz="2100" b="1">
                <a:solidFill>
                  <a:srgbClr val="72D4C1"/>
                </a:solidFill>
              </a:defRPr>
            </a:lvl5pPr>
            <a:lvl6pPr>
              <a:defRPr sz="2100" b="1">
                <a:solidFill>
                  <a:srgbClr val="72D4C1"/>
                </a:solidFill>
              </a:defRPr>
            </a:lvl6pPr>
            <a:lvl7pPr>
              <a:defRPr sz="2100" b="1">
                <a:solidFill>
                  <a:srgbClr val="72D4C1"/>
                </a:solidFill>
              </a:defRPr>
            </a:lvl7pPr>
            <a:lvl8pPr>
              <a:defRPr sz="2100" b="1">
                <a:solidFill>
                  <a:srgbClr val="72D4C1"/>
                </a:solidFill>
              </a:defRPr>
            </a:lvl8pPr>
            <a:lvl9pPr>
              <a:defRPr sz="2100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72D4C1"/>
                </a:solidFill>
              </a:defRPr>
            </a:pPr>
            <a:r>
              <a:rPr sz="2100" b="1">
                <a:solidFill>
                  <a:srgbClr val="72D4C1"/>
                </a:solidFill>
              </a:rPr>
              <a:t>Reset before Test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471D6C-F6E6-4832-83DE-9552CA06E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95700"/>
            <a:ext cx="4048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FFFFFF"/>
                </a:solidFill>
              </a:defRPr>
            </a:defPPr>
            <a:lvl1pPr>
              <a:defRPr sz="1800" b="0">
                <a:solidFill>
                  <a:srgbClr val="FFFFFF"/>
                </a:solidFill>
              </a:defRPr>
            </a:lvl1pPr>
            <a:lvl2pPr>
              <a:defRPr sz="1800" b="0">
                <a:solidFill>
                  <a:srgbClr val="FFFFFF"/>
                </a:solidFill>
              </a:defRPr>
            </a:lvl2pPr>
            <a:lvl3pPr>
              <a:defRPr sz="1800" b="0">
                <a:solidFill>
                  <a:srgbClr val="FFFFFF"/>
                </a:solidFill>
              </a:defRPr>
            </a:lvl3pPr>
            <a:lvl4pPr>
              <a:defRPr sz="1800" b="0">
                <a:solidFill>
                  <a:srgbClr val="FFFFFF"/>
                </a:solidFill>
              </a:defRPr>
            </a:lvl4pPr>
            <a:lvl5pPr>
              <a:defRPr sz="1800" b="0">
                <a:solidFill>
                  <a:srgbClr val="FFFFFF"/>
                </a:solidFill>
              </a:defRPr>
            </a:lvl5pPr>
            <a:lvl6pPr>
              <a:defRPr sz="1800" b="0">
                <a:solidFill>
                  <a:srgbClr val="FFFFFF"/>
                </a:solidFill>
              </a:defRPr>
            </a:lvl6pPr>
            <a:lvl7pPr>
              <a:defRPr sz="1800" b="0">
                <a:solidFill>
                  <a:srgbClr val="FFFFFF"/>
                </a:solidFill>
              </a:defRPr>
            </a:lvl7pPr>
            <a:lvl8pPr>
              <a:defRPr sz="1800" b="0">
                <a:solidFill>
                  <a:srgbClr val="FFFFFF"/>
                </a:solidFill>
              </a:defRPr>
            </a:lvl8pPr>
            <a:lvl9pPr>
              <a:defRPr sz="180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Restore the recorded collection value (staged: 0.28).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ED9E6C-5F39-4C3C-981F-352AE2C10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619625"/>
            <a:ext cx="4048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72D4C1"/>
                </a:solidFill>
              </a:defRPr>
            </a:defPPr>
            <a:lvl1pPr>
              <a:defRPr sz="2100" b="1">
                <a:solidFill>
                  <a:srgbClr val="72D4C1"/>
                </a:solidFill>
              </a:defRPr>
            </a:lvl1pPr>
            <a:lvl2pPr>
              <a:defRPr sz="2100" b="1">
                <a:solidFill>
                  <a:srgbClr val="72D4C1"/>
                </a:solidFill>
              </a:defRPr>
            </a:lvl2pPr>
            <a:lvl3pPr>
              <a:defRPr sz="2100" b="1">
                <a:solidFill>
                  <a:srgbClr val="72D4C1"/>
                </a:solidFill>
              </a:defRPr>
            </a:lvl3pPr>
            <a:lvl4pPr>
              <a:defRPr sz="2100" b="1">
                <a:solidFill>
                  <a:srgbClr val="72D4C1"/>
                </a:solidFill>
              </a:defRPr>
            </a:lvl4pPr>
            <a:lvl5pPr>
              <a:defRPr sz="2100" b="1">
                <a:solidFill>
                  <a:srgbClr val="72D4C1"/>
                </a:solidFill>
              </a:defRPr>
            </a:lvl5pPr>
            <a:lvl6pPr>
              <a:defRPr sz="2100" b="1">
                <a:solidFill>
                  <a:srgbClr val="72D4C1"/>
                </a:solidFill>
              </a:defRPr>
            </a:lvl6pPr>
            <a:lvl7pPr>
              <a:defRPr sz="2100" b="1">
                <a:solidFill>
                  <a:srgbClr val="72D4C1"/>
                </a:solidFill>
              </a:defRPr>
            </a:lvl7pPr>
            <a:lvl8pPr>
              <a:defRPr sz="2100" b="1">
                <a:solidFill>
                  <a:srgbClr val="72D4C1"/>
                </a:solidFill>
              </a:defRPr>
            </a:lvl8pPr>
            <a:lvl9pPr>
              <a:defRPr sz="2100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72D4C1"/>
                </a:solidFill>
              </a:defRPr>
            </a:pPr>
            <a:r>
              <a:rPr sz="2100" b="1">
                <a:solidFill>
                  <a:srgbClr val="72D4C1"/>
                </a:solidFill>
              </a:rPr>
              <a:t>Test 2 · component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3F83F6-A57B-45E8-8B48-A470CACFC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029200"/>
            <a:ext cx="4048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FFFFFF"/>
                </a:solidFill>
              </a:defRPr>
            </a:defPPr>
            <a:lvl1pPr>
              <a:defRPr sz="1800" b="0">
                <a:solidFill>
                  <a:srgbClr val="FFFFFF"/>
                </a:solidFill>
              </a:defRPr>
            </a:lvl1pPr>
            <a:lvl2pPr>
              <a:defRPr sz="1800" b="0">
                <a:solidFill>
                  <a:srgbClr val="FFFFFF"/>
                </a:solidFill>
              </a:defRPr>
            </a:lvl2pPr>
            <a:lvl3pPr>
              <a:defRPr sz="1800" b="0">
                <a:solidFill>
                  <a:srgbClr val="FFFFFF"/>
                </a:solidFill>
              </a:defRPr>
            </a:lvl3pPr>
            <a:lvl4pPr>
              <a:defRPr sz="1800" b="0">
                <a:solidFill>
                  <a:srgbClr val="FFFFFF"/>
                </a:solidFill>
              </a:defRPr>
            </a:lvl4pPr>
            <a:lvl5pPr>
              <a:defRPr sz="1800" b="0">
                <a:solidFill>
                  <a:srgbClr val="FFFFFF"/>
                </a:solidFill>
              </a:defRPr>
            </a:lvl5pPr>
            <a:lvl6pPr>
              <a:defRPr sz="1800" b="0">
                <a:solidFill>
                  <a:srgbClr val="FFFFFF"/>
                </a:solidFill>
              </a:defRPr>
            </a:lvl6pPr>
            <a:lvl7pPr>
              <a:defRPr sz="1800" b="0">
                <a:solidFill>
                  <a:srgbClr val="FFFFFF"/>
                </a:solidFill>
              </a:defRPr>
            </a:lvl7pPr>
            <a:lvl8pPr>
              <a:defRPr sz="1800" b="0">
                <a:solidFill>
                  <a:srgbClr val="FFFFFF"/>
                </a:solidFill>
              </a:defRPr>
            </a:lvl8pPr>
            <a:lvl9pPr>
              <a:defRPr sz="180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Change one mesh component’s RGB data at indices 0–2.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898E52-AF8D-412D-B86C-CB673DCCA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72D4C1"/>
                </a:solidFill>
              </a:defRPr>
            </a:defPPr>
            <a:lvl1pPr>
              <a:defRPr sz="1725" b="1">
                <a:solidFill>
                  <a:srgbClr val="72D4C1"/>
                </a:solidFill>
              </a:defRPr>
            </a:lvl1pPr>
            <a:lvl2pPr>
              <a:defRPr sz="1725" b="1">
                <a:solidFill>
                  <a:srgbClr val="72D4C1"/>
                </a:solidFill>
              </a:defRPr>
            </a:lvl2pPr>
            <a:lvl3pPr>
              <a:defRPr sz="1725" b="1">
                <a:solidFill>
                  <a:srgbClr val="72D4C1"/>
                </a:solidFill>
              </a:defRPr>
            </a:lvl3pPr>
            <a:lvl4pPr>
              <a:defRPr sz="1725" b="1">
                <a:solidFill>
                  <a:srgbClr val="72D4C1"/>
                </a:solidFill>
              </a:defRPr>
            </a:lvl4pPr>
            <a:lvl5pPr>
              <a:defRPr sz="1725" b="1">
                <a:solidFill>
                  <a:srgbClr val="72D4C1"/>
                </a:solidFill>
              </a:defRPr>
            </a:lvl5pPr>
            <a:lvl6pPr>
              <a:defRPr sz="1725" b="1">
                <a:solidFill>
                  <a:srgbClr val="72D4C1"/>
                </a:solidFill>
              </a:defRPr>
            </a:lvl6pPr>
            <a:lvl7pPr>
              <a:defRPr sz="1725" b="1">
                <a:solidFill>
                  <a:srgbClr val="72D4C1"/>
                </a:solidFill>
              </a:defRPr>
            </a:lvl7pPr>
            <a:lvl8pPr>
              <a:defRPr sz="1725" b="1">
                <a:solidFill>
                  <a:srgbClr val="72D4C1"/>
                </a:solidFill>
              </a:defRPr>
            </a:lvl8pPr>
            <a:lvl9pPr>
              <a:defRPr sz="1725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72D4C1"/>
                </a:solidFill>
              </a:defRPr>
            </a:pPr>
            <a:r>
              <a:rPr sz="1725" b="1">
                <a:solidFill>
                  <a:srgbClr val="72D4C1"/>
                </a:solidFill>
              </a:rPr>
              <a:t>Would duplicating an instance isolate a collection value?</a:t>
            </a:r>
          </a:p>
        </p:txBody>
      </p:sp>
    </p:spTree>
    <p:extLst>
      <p:ext uri="{BB962C8B-B14F-4D97-AF65-F5344CB8AC3E}">
        <p14:creationId xmlns:p14="http://schemas.microsoft.com/office/powerpoint/2010/main" val="141620840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A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475849-E4AA-4A4A-9747-A61E1FD670A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7efb661fbd410e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875A73-6F69-4D98-943C-6CFA0FB93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62DFF5"/>
                </a:solidFill>
              </a:defRPr>
            </a:defPPr>
            <a:lvl1pPr>
              <a:defRPr sz="1350" b="1">
                <a:solidFill>
                  <a:srgbClr val="62DFF5"/>
                </a:solidFill>
              </a:defRPr>
            </a:lvl1pPr>
            <a:lvl2pPr>
              <a:defRPr sz="1350" b="1">
                <a:solidFill>
                  <a:srgbClr val="62DFF5"/>
                </a:solidFill>
              </a:defRPr>
            </a:lvl2pPr>
            <a:lvl3pPr>
              <a:defRPr sz="1350" b="1">
                <a:solidFill>
                  <a:srgbClr val="62DFF5"/>
                </a:solidFill>
              </a:defRPr>
            </a:lvl3pPr>
            <a:lvl4pPr>
              <a:defRPr sz="1350" b="1">
                <a:solidFill>
                  <a:srgbClr val="62DFF5"/>
                </a:solidFill>
              </a:defRPr>
            </a:lvl4pPr>
            <a:lvl5pPr>
              <a:defRPr sz="1350" b="1">
                <a:solidFill>
                  <a:srgbClr val="62DFF5"/>
                </a:solidFill>
              </a:defRPr>
            </a:lvl5pPr>
            <a:lvl6pPr>
              <a:defRPr sz="1350" b="1">
                <a:solidFill>
                  <a:srgbClr val="62DFF5"/>
                </a:solidFill>
              </a:defRPr>
            </a:lvl6pPr>
            <a:lvl7pPr>
              <a:defRPr sz="1350" b="1">
                <a:solidFill>
                  <a:srgbClr val="62DFF5"/>
                </a:solidFill>
              </a:defRPr>
            </a:lvl7pPr>
            <a:lvl8pPr>
              <a:defRPr sz="1350" b="1">
                <a:solidFill>
                  <a:srgbClr val="62DFF5"/>
                </a:solidFill>
              </a:defRPr>
            </a:lvl8pPr>
            <a:lvl9pPr>
              <a:defRPr sz="1350" b="1">
                <a:solidFill>
                  <a:srgbClr val="62DFF5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62DFF5"/>
                </a:solidFill>
              </a:defRPr>
            </a:pPr>
            <a:r>
              <a:rPr sz="1350" b="1">
                <a:solidFill>
                  <a:srgbClr val="62DFF5"/>
                </a:solidFill>
              </a:rPr>
              <a:t>PARAMETER BEHAVIOR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DA6E03-93A6-4F56-87FA-E31926849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FFFFF"/>
                </a:solidFill>
              </a:defRPr>
            </a:defPPr>
            <a:lvl1pPr>
              <a:defRPr sz="3150" b="1">
                <a:solidFill>
                  <a:srgbClr val="FFFFFF"/>
                </a:solidFill>
              </a:defRPr>
            </a:lvl1pPr>
            <a:lvl2pPr>
              <a:defRPr sz="3150" b="1">
                <a:solidFill>
                  <a:srgbClr val="FFFFFF"/>
                </a:solidFill>
              </a:defRPr>
            </a:lvl2pPr>
            <a:lvl3pPr>
              <a:defRPr sz="3150" b="1">
                <a:solidFill>
                  <a:srgbClr val="FFFFFF"/>
                </a:solidFill>
              </a:defRPr>
            </a:lvl3pPr>
            <a:lvl4pPr>
              <a:defRPr sz="3150" b="1">
                <a:solidFill>
                  <a:srgbClr val="FFFFFF"/>
                </a:solidFill>
              </a:defRPr>
            </a:lvl4pPr>
            <a:lvl5pPr>
              <a:defRPr sz="3150" b="1">
                <a:solidFill>
                  <a:srgbClr val="FFFFFF"/>
                </a:solidFill>
              </a:defRPr>
            </a:lvl5pPr>
            <a:lvl6pPr>
              <a:defRPr sz="3150" b="1">
                <a:solidFill>
                  <a:srgbClr val="FFFFFF"/>
                </a:solidFill>
              </a:defRPr>
            </a:lvl6pPr>
            <a:lvl7pPr>
              <a:defRPr sz="3150" b="1">
                <a:solidFill>
                  <a:srgbClr val="FFFFFF"/>
                </a:solidFill>
              </a:defRPr>
            </a:lvl7pPr>
            <a:lvl8pPr>
              <a:defRPr sz="3150" b="1">
                <a:solidFill>
                  <a:srgbClr val="FFFFFF"/>
                </a:solidFill>
              </a:defRPr>
            </a:lvl8pPr>
            <a:lvl9pPr>
              <a:defRPr sz="31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Runtime values and static switches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95F7D1-2705-4262-88F5-98E3C3C80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C4D3E3"/>
                </a:solidFill>
              </a:defRPr>
            </a:defPPr>
            <a:lvl1pPr>
              <a:defRPr sz="1200" b="0">
                <a:solidFill>
                  <a:srgbClr val="C4D3E3"/>
                </a:solidFill>
              </a:defRPr>
            </a:lvl1pPr>
            <a:lvl2pPr>
              <a:defRPr sz="1200" b="0">
                <a:solidFill>
                  <a:srgbClr val="C4D3E3"/>
                </a:solidFill>
              </a:defRPr>
            </a:lvl2pPr>
            <a:lvl3pPr>
              <a:defRPr sz="1200" b="0">
                <a:solidFill>
                  <a:srgbClr val="C4D3E3"/>
                </a:solidFill>
              </a:defRPr>
            </a:lvl3pPr>
            <a:lvl4pPr>
              <a:defRPr sz="1200" b="0">
                <a:solidFill>
                  <a:srgbClr val="C4D3E3"/>
                </a:solidFill>
              </a:defRPr>
            </a:lvl4pPr>
            <a:lvl5pPr>
              <a:defRPr sz="1200" b="0">
                <a:solidFill>
                  <a:srgbClr val="C4D3E3"/>
                </a:solidFill>
              </a:defRPr>
            </a:lvl5pPr>
            <a:lvl6pPr>
              <a:defRPr sz="1200" b="0">
                <a:solidFill>
                  <a:srgbClr val="C4D3E3"/>
                </a:solidFill>
              </a:defRPr>
            </a:lvl6pPr>
            <a:lvl7pPr>
              <a:defRPr sz="1200" b="0">
                <a:solidFill>
                  <a:srgbClr val="C4D3E3"/>
                </a:solidFill>
              </a:defRPr>
            </a:lvl7pPr>
            <a:lvl8pPr>
              <a:defRPr sz="1200" b="0">
                <a:solidFill>
                  <a:srgbClr val="C4D3E3"/>
                </a:solidFill>
              </a:defRPr>
            </a:lvl8pPr>
            <a:lvl9pPr>
              <a:defRPr sz="1200" b="0">
                <a:solidFill>
                  <a:srgbClr val="C4D3E3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C4D3E3"/>
                </a:solidFill>
              </a:defRPr>
            </a:pPr>
            <a:r>
              <a:rPr sz="1200" b="0">
                <a:solidFill>
                  <a:srgbClr val="C4D3E3"/>
                </a:solidFill>
              </a:rPr>
              <a:t>8B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CCB690-0B41-40E4-957E-478B812D4D2A}"/>
              </a:ext>
            </a:extLst>
          </p:cNvPr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3333750"/>
                <a:gridCol w="4591050"/>
              </a:tblGrid>
              <a:tr h="5905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62DFF5"/>
                          </a:solidFill>
                        </a:rPr>
                        <a:t>Need</a:t>
                      </a:r>
                    </a:p>
                  </a:txBody>
                  <a:tcPr marL="91440" marR="91440" marT="45720" marB="45720">
                    <a:solidFill>
                      <a:srgbClr val="203B5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62DFF5"/>
                          </a:solidFill>
                        </a:rPr>
                        <a:t>Mechanism</a:t>
                      </a:r>
                    </a:p>
                  </a:txBody>
                  <a:tcPr marL="91440" marR="91440" marT="45720" marB="45720">
                    <a:solidFill>
                      <a:srgbClr val="203B5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62DFF5"/>
                          </a:solidFill>
                        </a:rPr>
                        <a:t>Important condition</a:t>
                      </a:r>
                    </a:p>
                  </a:txBody>
                  <a:tcPr marL="91440" marR="91440" marT="45720" marB="45720">
                    <a:solidFill>
                      <a:srgbClr val="203B53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</a:rPr>
                        <a:t>Reusable surface variant</a:t>
                      </a:r>
                    </a:p>
                  </a:txBody>
                  <a:tcPr marL="91440" marR="91440" marT="45720" marB="45720">
                    <a:solidFill>
                      <a:srgbClr val="101E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</a:rPr>
                        <a:t>Material instance</a:t>
                      </a:r>
                    </a:p>
                  </a:txBody>
                  <a:tcPr marL="91440" marR="91440" marT="45720" marB="45720">
                    <a:solidFill>
                      <a:srgbClr val="101E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</a:rPr>
                        <a:t>Objects using it share its overrides</a:t>
                      </a:r>
                    </a:p>
                  </a:txBody>
                  <a:tcPr marL="91440" marR="91440" marT="45720" marB="45720">
                    <a:solidFill>
                      <a:srgbClr val="101E30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</a:rPr>
                        <a:t>Change a value during play</a:t>
                      </a:r>
                    </a:p>
                  </a:txBody>
                  <a:tcPr marL="91440" marR="91440" marT="45720" marB="45720">
                    <a:solidFill>
                      <a:srgbClr val="142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</a:rPr>
                        <a:t>Dynamic material instance</a:t>
                      </a:r>
                    </a:p>
                  </a:txBody>
                  <a:tcPr marL="91440" marR="91440" marT="45720" marB="45720">
                    <a:solidFill>
                      <a:srgbClr val="142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</a:rPr>
                        <a:t>Create, assign, then update that same MID</a:t>
                      </a:r>
                    </a:p>
                  </a:txBody>
                  <a:tcPr marL="91440" marR="91440" marT="45720" marB="45720">
                    <a:solidFill>
                      <a:srgbClr val="14263A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</a:rPr>
                        <a:t>Set runtime data</a:t>
                      </a:r>
                    </a:p>
                  </a:txBody>
                  <a:tcPr marL="91440" marR="91440" marT="45720" marB="45720">
                    <a:solidFill>
                      <a:srgbClr val="101E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</a:rPr>
                        <a:t>MPC / primitive data</a:t>
                      </a:r>
                    </a:p>
                  </a:txBody>
                  <a:tcPr marL="91440" marR="91440" marT="45720" marB="45720">
                    <a:solidFill>
                      <a:srgbClr val="101E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</a:rPr>
                        <a:t>Choose shared or component scope</a:t>
                      </a:r>
                    </a:p>
                  </a:txBody>
                  <a:tcPr marL="91440" marR="91440" marT="45720" marB="45720">
                    <a:solidFill>
                      <a:srgbClr val="101E30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</a:rPr>
                        <a:t>Choose a graph branch</a:t>
                      </a:r>
                    </a:p>
                  </a:txBody>
                  <a:tcPr marL="91440" marR="91440" marT="45720" marB="45720">
                    <a:solidFill>
                      <a:srgbClr val="142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</a:rPr>
                        <a:t>Static switch</a:t>
                      </a:r>
                    </a:p>
                  </a:txBody>
                  <a:tcPr marL="91440" marR="91440" marT="45720" marB="45720">
                    <a:solidFill>
                      <a:srgbClr val="142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</a:rPr>
                        <a:t>Compile-time variant; not runtime interpolation</a:t>
                      </a:r>
                    </a:p>
                  </a:txBody>
                  <a:tcPr marL="91440" marR="91440" marT="45720" marB="45720">
                    <a:solidFill>
                      <a:srgbClr val="14263A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BE124F-B328-455F-915B-D19830009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C4D3E3"/>
                </a:solidFill>
              </a:defRPr>
            </a:defPPr>
            <a:lvl1pPr>
              <a:defRPr sz="1800" b="0">
                <a:solidFill>
                  <a:srgbClr val="C4D3E3"/>
                </a:solidFill>
              </a:defRPr>
            </a:lvl1pPr>
            <a:lvl2pPr>
              <a:defRPr sz="1800" b="0">
                <a:solidFill>
                  <a:srgbClr val="C4D3E3"/>
                </a:solidFill>
              </a:defRPr>
            </a:lvl2pPr>
            <a:lvl3pPr>
              <a:defRPr sz="1800" b="0">
                <a:solidFill>
                  <a:srgbClr val="C4D3E3"/>
                </a:solidFill>
              </a:defRPr>
            </a:lvl3pPr>
            <a:lvl4pPr>
              <a:defRPr sz="1800" b="0">
                <a:solidFill>
                  <a:srgbClr val="C4D3E3"/>
                </a:solidFill>
              </a:defRPr>
            </a:lvl4pPr>
            <a:lvl5pPr>
              <a:defRPr sz="1800" b="0">
                <a:solidFill>
                  <a:srgbClr val="C4D3E3"/>
                </a:solidFill>
              </a:defRPr>
            </a:lvl5pPr>
            <a:lvl6pPr>
              <a:defRPr sz="1800" b="0">
                <a:solidFill>
                  <a:srgbClr val="C4D3E3"/>
                </a:solidFill>
              </a:defRPr>
            </a:lvl6pPr>
            <a:lvl7pPr>
              <a:defRPr sz="1800" b="0">
                <a:solidFill>
                  <a:srgbClr val="C4D3E3"/>
                </a:solidFill>
              </a:defRPr>
            </a:lvl7pPr>
            <a:lvl8pPr>
              <a:defRPr sz="1800" b="0">
                <a:solidFill>
                  <a:srgbClr val="C4D3E3"/>
                </a:solidFill>
              </a:defRPr>
            </a:lvl8pPr>
            <a:lvl9pPr>
              <a:defRPr sz="1800" b="0">
                <a:solidFill>
                  <a:srgbClr val="C4D3E3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C4D3E3"/>
                </a:solidFill>
              </a:defRPr>
            </a:pPr>
            <a:r>
              <a:rPr sz="1800" b="0">
                <a:solidFill>
                  <a:srgbClr val="C4D3E3"/>
                </a:solidFill>
              </a:rPr>
              <a:t>UsePackedORM / UseAdvancedUV: static. Sequencer can animate collection values.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B0E725-9F04-4E6B-8F66-9FCBD6C0E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72D4C1"/>
                </a:solidFill>
              </a:defRPr>
            </a:defPPr>
            <a:lvl1pPr>
              <a:defRPr sz="1725" b="1">
                <a:solidFill>
                  <a:srgbClr val="72D4C1"/>
                </a:solidFill>
              </a:defRPr>
            </a:lvl1pPr>
            <a:lvl2pPr>
              <a:defRPr sz="1725" b="1">
                <a:solidFill>
                  <a:srgbClr val="72D4C1"/>
                </a:solidFill>
              </a:defRPr>
            </a:lvl2pPr>
            <a:lvl3pPr>
              <a:defRPr sz="1725" b="1">
                <a:solidFill>
                  <a:srgbClr val="72D4C1"/>
                </a:solidFill>
              </a:defRPr>
            </a:lvl3pPr>
            <a:lvl4pPr>
              <a:defRPr sz="1725" b="1">
                <a:solidFill>
                  <a:srgbClr val="72D4C1"/>
                </a:solidFill>
              </a:defRPr>
            </a:lvl4pPr>
            <a:lvl5pPr>
              <a:defRPr sz="1725" b="1">
                <a:solidFill>
                  <a:srgbClr val="72D4C1"/>
                </a:solidFill>
              </a:defRPr>
            </a:lvl5pPr>
            <a:lvl6pPr>
              <a:defRPr sz="1725" b="1">
                <a:solidFill>
                  <a:srgbClr val="72D4C1"/>
                </a:solidFill>
              </a:defRPr>
            </a:lvl6pPr>
            <a:lvl7pPr>
              <a:defRPr sz="1725" b="1">
                <a:solidFill>
                  <a:srgbClr val="72D4C1"/>
                </a:solidFill>
              </a:defRPr>
            </a:lvl7pPr>
            <a:lvl8pPr>
              <a:defRPr sz="1725" b="1">
                <a:solidFill>
                  <a:srgbClr val="72D4C1"/>
                </a:solidFill>
              </a:defRPr>
            </a:lvl8pPr>
            <a:lvl9pPr>
              <a:defRPr sz="1725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72D4C1"/>
                </a:solidFill>
              </a:defRPr>
            </a:pPr>
            <a:r>
              <a:rPr sz="1725" b="1">
                <a:solidFill>
                  <a:srgbClr val="72D4C1"/>
                </a:solidFill>
              </a:rPr>
              <a:t>Why is setting a scalar on an unused dynamic instance invisible?</a:t>
            </a:r>
          </a:p>
        </p:txBody>
      </p:sp>
    </p:spTree>
    <p:extLst>
      <p:ext uri="{BB962C8B-B14F-4D97-AF65-F5344CB8AC3E}">
        <p14:creationId xmlns:p14="http://schemas.microsoft.com/office/powerpoint/2010/main" val="214705595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A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78DB45-03C9-4A38-90F3-131C2A3F06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ef7cdd55724026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5F3044-9E53-46F5-90A4-FCA7EDAFA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62DFF5"/>
                </a:solidFill>
              </a:defRPr>
            </a:defPPr>
            <a:lvl1pPr>
              <a:defRPr sz="1350" b="1">
                <a:solidFill>
                  <a:srgbClr val="62DFF5"/>
                </a:solidFill>
              </a:defRPr>
            </a:lvl1pPr>
            <a:lvl2pPr>
              <a:defRPr sz="1350" b="1">
                <a:solidFill>
                  <a:srgbClr val="62DFF5"/>
                </a:solidFill>
              </a:defRPr>
            </a:lvl2pPr>
            <a:lvl3pPr>
              <a:defRPr sz="1350" b="1">
                <a:solidFill>
                  <a:srgbClr val="62DFF5"/>
                </a:solidFill>
              </a:defRPr>
            </a:lvl3pPr>
            <a:lvl4pPr>
              <a:defRPr sz="1350" b="1">
                <a:solidFill>
                  <a:srgbClr val="62DFF5"/>
                </a:solidFill>
              </a:defRPr>
            </a:lvl4pPr>
            <a:lvl5pPr>
              <a:defRPr sz="1350" b="1">
                <a:solidFill>
                  <a:srgbClr val="62DFF5"/>
                </a:solidFill>
              </a:defRPr>
            </a:lvl5pPr>
            <a:lvl6pPr>
              <a:defRPr sz="1350" b="1">
                <a:solidFill>
                  <a:srgbClr val="62DFF5"/>
                </a:solidFill>
              </a:defRPr>
            </a:lvl6pPr>
            <a:lvl7pPr>
              <a:defRPr sz="1350" b="1">
                <a:solidFill>
                  <a:srgbClr val="62DFF5"/>
                </a:solidFill>
              </a:defRPr>
            </a:lvl7pPr>
            <a:lvl8pPr>
              <a:defRPr sz="1350" b="1">
                <a:solidFill>
                  <a:srgbClr val="62DFF5"/>
                </a:solidFill>
              </a:defRPr>
            </a:lvl8pPr>
            <a:lvl9pPr>
              <a:defRPr sz="1350" b="1">
                <a:solidFill>
                  <a:srgbClr val="62DFF5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62DFF5"/>
                </a:solidFill>
              </a:defRPr>
            </a:pPr>
            <a:r>
              <a:rPr sz="1350" b="1">
                <a:solidFill>
                  <a:srgbClr val="62DFF5"/>
                </a:solidFill>
              </a:rPr>
              <a:t>REFERENCE STATIONS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2C236F-F6F3-4BE6-A348-ECE3A9AE1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FFFFF"/>
                </a:solidFill>
              </a:defRPr>
            </a:defPPr>
            <a:lvl1pPr>
              <a:defRPr sz="3450" b="1">
                <a:solidFill>
                  <a:srgbClr val="FFFFFF"/>
                </a:solidFill>
              </a:defRPr>
            </a:lvl1pPr>
            <a:lvl2pPr>
              <a:defRPr sz="3450" b="1">
                <a:solidFill>
                  <a:srgbClr val="FFFFFF"/>
                </a:solidFill>
              </a:defRPr>
            </a:lvl2pPr>
            <a:lvl3pPr>
              <a:defRPr sz="3450" b="1">
                <a:solidFill>
                  <a:srgbClr val="FFFFFF"/>
                </a:solidFill>
              </a:defRPr>
            </a:lvl3pPr>
            <a:lvl4pPr>
              <a:defRPr sz="3450" b="1">
                <a:solidFill>
                  <a:srgbClr val="FFFFFF"/>
                </a:solidFill>
              </a:defRPr>
            </a:lvl4pPr>
            <a:lvl5pPr>
              <a:defRPr sz="3450" b="1">
                <a:solidFill>
                  <a:srgbClr val="FFFFFF"/>
                </a:solidFill>
              </a:defRPr>
            </a:lvl5pPr>
            <a:lvl6pPr>
              <a:defRPr sz="3450" b="1">
                <a:solidFill>
                  <a:srgbClr val="FFFFFF"/>
                </a:solidFill>
              </a:defRPr>
            </a:lvl6pPr>
            <a:lvl7pPr>
              <a:defRPr sz="3450" b="1">
                <a:solidFill>
                  <a:srgbClr val="FFFFFF"/>
                </a:solidFill>
              </a:defRPr>
            </a:lvl7pPr>
            <a:lvl8pPr>
              <a:defRPr sz="3450" b="1">
                <a:solidFill>
                  <a:srgbClr val="FFFFFF"/>
                </a:solidFill>
              </a:defRPr>
            </a:lvl8pPr>
            <a:lvl9pPr>
              <a:defRPr sz="34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Directional coverage and decals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FF885E-E0D2-4E80-AF1F-BBBE955A7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C4D3E3"/>
                </a:solidFill>
              </a:defRPr>
            </a:defPPr>
            <a:lvl1pPr>
              <a:defRPr sz="1200" b="0">
                <a:solidFill>
                  <a:srgbClr val="C4D3E3"/>
                </a:solidFill>
              </a:defRPr>
            </a:lvl1pPr>
            <a:lvl2pPr>
              <a:defRPr sz="1200" b="0">
                <a:solidFill>
                  <a:srgbClr val="C4D3E3"/>
                </a:solidFill>
              </a:defRPr>
            </a:lvl2pPr>
            <a:lvl3pPr>
              <a:defRPr sz="1200" b="0">
                <a:solidFill>
                  <a:srgbClr val="C4D3E3"/>
                </a:solidFill>
              </a:defRPr>
            </a:lvl3pPr>
            <a:lvl4pPr>
              <a:defRPr sz="1200" b="0">
                <a:solidFill>
                  <a:srgbClr val="C4D3E3"/>
                </a:solidFill>
              </a:defRPr>
            </a:lvl4pPr>
            <a:lvl5pPr>
              <a:defRPr sz="1200" b="0">
                <a:solidFill>
                  <a:srgbClr val="C4D3E3"/>
                </a:solidFill>
              </a:defRPr>
            </a:lvl5pPr>
            <a:lvl6pPr>
              <a:defRPr sz="1200" b="0">
                <a:solidFill>
                  <a:srgbClr val="C4D3E3"/>
                </a:solidFill>
              </a:defRPr>
            </a:lvl6pPr>
            <a:lvl7pPr>
              <a:defRPr sz="1200" b="0">
                <a:solidFill>
                  <a:srgbClr val="C4D3E3"/>
                </a:solidFill>
              </a:defRPr>
            </a:lvl7pPr>
            <a:lvl8pPr>
              <a:defRPr sz="1200" b="0">
                <a:solidFill>
                  <a:srgbClr val="C4D3E3"/>
                </a:solidFill>
              </a:defRPr>
            </a:lvl8pPr>
            <a:lvl9pPr>
              <a:defRPr sz="1200" b="0">
                <a:solidFill>
                  <a:srgbClr val="C4D3E3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C4D3E3"/>
                </a:solidFill>
              </a:defRPr>
            </a:pPr>
            <a:r>
              <a:rPr sz="1200" b="0">
                <a:solidFill>
                  <a:srgbClr val="C4D3E3"/>
                </a:solidFill>
              </a:rPr>
              <a:t>09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C96B54-85AE-4373-B0A8-8E0E6FFFD25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45f95ab9bd43e8"/>
          <a:srcRect xmlns:a="http://schemas.openxmlformats.org/drawingml/2006/main" l="0" t="18000" r="0" b="8000"/>
          <a:stretch xmlns:a="http://schemas.openxmlformats.org/drawingml/2006/main"/>
        </p:blipFill>
        <p:spPr>
          <a:xfrm xmlns:a="http://schemas.openxmlformats.org/drawingml/2006/main">
            <a:off x="609600" y="2095500"/>
            <a:ext cx="5286375" cy="2200466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E96B7B-E59E-4709-9429-C092D621A4A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c913a2f49e4942"/>
          <a:srcRect xmlns:a="http://schemas.openxmlformats.org/drawingml/2006/main" l="0" t="18000" r="0" b="8000"/>
          <a:stretch xmlns:a="http://schemas.openxmlformats.org/drawingml/2006/main"/>
        </p:blipFill>
        <p:spPr>
          <a:xfrm xmlns:a="http://schemas.openxmlformats.org/drawingml/2006/main">
            <a:off x="6276975" y="2095500"/>
            <a:ext cx="5286375" cy="2200466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FE45C6-5D38-457B-8A3F-39C659C88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5286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72D4C1"/>
                </a:solidFill>
              </a:defRPr>
            </a:defPPr>
            <a:lvl1pPr>
              <a:defRPr sz="2100" b="1">
                <a:solidFill>
                  <a:srgbClr val="72D4C1"/>
                </a:solidFill>
              </a:defRPr>
            </a:lvl1pPr>
            <a:lvl2pPr>
              <a:defRPr sz="2100" b="1">
                <a:solidFill>
                  <a:srgbClr val="72D4C1"/>
                </a:solidFill>
              </a:defRPr>
            </a:lvl2pPr>
            <a:lvl3pPr>
              <a:defRPr sz="2100" b="1">
                <a:solidFill>
                  <a:srgbClr val="72D4C1"/>
                </a:solidFill>
              </a:defRPr>
            </a:lvl3pPr>
            <a:lvl4pPr>
              <a:defRPr sz="2100" b="1">
                <a:solidFill>
                  <a:srgbClr val="72D4C1"/>
                </a:solidFill>
              </a:defRPr>
            </a:lvl4pPr>
            <a:lvl5pPr>
              <a:defRPr sz="2100" b="1">
                <a:solidFill>
                  <a:srgbClr val="72D4C1"/>
                </a:solidFill>
              </a:defRPr>
            </a:lvl5pPr>
            <a:lvl6pPr>
              <a:defRPr sz="2100" b="1">
                <a:solidFill>
                  <a:srgbClr val="72D4C1"/>
                </a:solidFill>
              </a:defRPr>
            </a:lvl6pPr>
            <a:lvl7pPr>
              <a:defRPr sz="2100" b="1">
                <a:solidFill>
                  <a:srgbClr val="72D4C1"/>
                </a:solidFill>
              </a:defRPr>
            </a:lvl7pPr>
            <a:lvl8pPr>
              <a:defRPr sz="2100" b="1">
                <a:solidFill>
                  <a:srgbClr val="72D4C1"/>
                </a:solidFill>
              </a:defRPr>
            </a:lvl8pPr>
            <a:lvl9pPr>
              <a:defRPr sz="2100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72D4C1"/>
                </a:solidFill>
              </a:defRPr>
            </a:pPr>
            <a:r>
              <a:rPr sz="2100" b="1">
                <a:solidFill>
                  <a:srgbClr val="72D4C1"/>
                </a:solidFill>
              </a:rPr>
              <a:t>09 / Directional coverage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CA8524-BC57-48DB-B03A-19A0BFA5C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5286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FFFFFF"/>
                </a:solidFill>
              </a:defRPr>
            </a:defPPr>
            <a:lvl1pPr>
              <a:defRPr sz="1875" b="0">
                <a:solidFill>
                  <a:srgbClr val="FFFFFF"/>
                </a:solidFill>
              </a:defRPr>
            </a:lvl1pPr>
            <a:lvl2pPr>
              <a:defRPr sz="1875" b="0">
                <a:solidFill>
                  <a:srgbClr val="FFFFFF"/>
                </a:solidFill>
              </a:defRPr>
            </a:lvl2pPr>
            <a:lvl3pPr>
              <a:defRPr sz="1875" b="0">
                <a:solidFill>
                  <a:srgbClr val="FFFFFF"/>
                </a:solidFill>
              </a:defRPr>
            </a:lvl3pPr>
            <a:lvl4pPr>
              <a:defRPr sz="1875" b="0">
                <a:solidFill>
                  <a:srgbClr val="FFFFFF"/>
                </a:solidFill>
              </a:defRPr>
            </a:lvl4pPr>
            <a:lvl5pPr>
              <a:defRPr sz="1875" b="0">
                <a:solidFill>
                  <a:srgbClr val="FFFFFF"/>
                </a:solidFill>
              </a:defRPr>
            </a:lvl5pPr>
            <a:lvl6pPr>
              <a:defRPr sz="1875" b="0">
                <a:solidFill>
                  <a:srgbClr val="FFFFFF"/>
                </a:solidFill>
              </a:defRPr>
            </a:lvl6pPr>
            <a:lvl7pPr>
              <a:defRPr sz="1875" b="0">
                <a:solidFill>
                  <a:srgbClr val="FFFFFF"/>
                </a:solidFill>
              </a:defRPr>
            </a:lvl7pPr>
            <a:lvl8pPr>
              <a:defRPr sz="1875" b="0">
                <a:solidFill>
                  <a:srgbClr val="FFFFFF"/>
                </a:solidFill>
              </a:defRPr>
            </a:lvl8pPr>
            <a:lvl9pPr>
              <a:defRPr sz="187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Compare normal and direction</a:t>
            </a:r>
          </a:p>
          <a:p xmlns:a="http://schemas.openxmlformats.org/drawingml/2006/main">
            <a:pPr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in the same coordinate space.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EF18A9-D221-49F6-878C-257F720C9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619625"/>
            <a:ext cx="5286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72D4C1"/>
                </a:solidFill>
              </a:defRPr>
            </a:defPPr>
            <a:lvl1pPr>
              <a:defRPr sz="2100" b="1">
                <a:solidFill>
                  <a:srgbClr val="72D4C1"/>
                </a:solidFill>
              </a:defRPr>
            </a:lvl1pPr>
            <a:lvl2pPr>
              <a:defRPr sz="2100" b="1">
                <a:solidFill>
                  <a:srgbClr val="72D4C1"/>
                </a:solidFill>
              </a:defRPr>
            </a:lvl2pPr>
            <a:lvl3pPr>
              <a:defRPr sz="2100" b="1">
                <a:solidFill>
                  <a:srgbClr val="72D4C1"/>
                </a:solidFill>
              </a:defRPr>
            </a:lvl3pPr>
            <a:lvl4pPr>
              <a:defRPr sz="2100" b="1">
                <a:solidFill>
                  <a:srgbClr val="72D4C1"/>
                </a:solidFill>
              </a:defRPr>
            </a:lvl4pPr>
            <a:lvl5pPr>
              <a:defRPr sz="2100" b="1">
                <a:solidFill>
                  <a:srgbClr val="72D4C1"/>
                </a:solidFill>
              </a:defRPr>
            </a:lvl5pPr>
            <a:lvl6pPr>
              <a:defRPr sz="2100" b="1">
                <a:solidFill>
                  <a:srgbClr val="72D4C1"/>
                </a:solidFill>
              </a:defRPr>
            </a:lvl6pPr>
            <a:lvl7pPr>
              <a:defRPr sz="2100" b="1">
                <a:solidFill>
                  <a:srgbClr val="72D4C1"/>
                </a:solidFill>
              </a:defRPr>
            </a:lvl7pPr>
            <a:lvl8pPr>
              <a:defRPr sz="2100" b="1">
                <a:solidFill>
                  <a:srgbClr val="72D4C1"/>
                </a:solidFill>
              </a:defRPr>
            </a:lvl8pPr>
            <a:lvl9pPr>
              <a:defRPr sz="2100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72D4C1"/>
                </a:solidFill>
              </a:defRPr>
            </a:pPr>
            <a:r>
              <a:rPr sz="2100" b="1">
                <a:solidFill>
                  <a:srgbClr val="72D4C1"/>
                </a:solidFill>
              </a:rPr>
              <a:t>10 / Decal projection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A42645-B8B2-4DED-AEB0-F838D16AA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5029200"/>
            <a:ext cx="5286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FFFFFF"/>
                </a:solidFill>
              </a:defRPr>
            </a:defPPr>
            <a:lvl1pPr>
              <a:defRPr sz="1875" b="0">
                <a:solidFill>
                  <a:srgbClr val="FFFFFF"/>
                </a:solidFill>
              </a:defRPr>
            </a:lvl1pPr>
            <a:lvl2pPr>
              <a:defRPr sz="1875" b="0">
                <a:solidFill>
                  <a:srgbClr val="FFFFFF"/>
                </a:solidFill>
              </a:defRPr>
            </a:lvl2pPr>
            <a:lvl3pPr>
              <a:defRPr sz="1875" b="0">
                <a:solidFill>
                  <a:srgbClr val="FFFFFF"/>
                </a:solidFill>
              </a:defRPr>
            </a:lvl3pPr>
            <a:lvl4pPr>
              <a:defRPr sz="1875" b="0">
                <a:solidFill>
                  <a:srgbClr val="FFFFFF"/>
                </a:solidFill>
              </a:defRPr>
            </a:lvl4pPr>
            <a:lvl5pPr>
              <a:defRPr sz="1875" b="0">
                <a:solidFill>
                  <a:srgbClr val="FFFFFF"/>
                </a:solidFill>
              </a:defRPr>
            </a:lvl5pPr>
            <a:lvl6pPr>
              <a:defRPr sz="1875" b="0">
                <a:solidFill>
                  <a:srgbClr val="FFFFFF"/>
                </a:solidFill>
              </a:defRPr>
            </a:lvl6pPr>
            <a:lvl7pPr>
              <a:defRPr sz="1875" b="0">
                <a:solidFill>
                  <a:srgbClr val="FFFFFF"/>
                </a:solidFill>
              </a:defRPr>
            </a:lvl7pPr>
            <a:lvl8pPr>
              <a:defRPr sz="1875" b="0">
                <a:solidFill>
                  <a:srgbClr val="FFFFFF"/>
                </a:solidFill>
              </a:defRPr>
            </a:lvl8pPr>
            <a:lvl9pPr>
              <a:defRPr sz="187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Check projector bounds and</a:t>
            </a:r>
          </a:p>
          <a:p xmlns:a="http://schemas.openxmlformats.org/drawingml/2006/main">
            <a:pPr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receiver response.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A9C7DD-579A-4F92-8CAC-A792E1589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72D4C1"/>
                </a:solidFill>
              </a:defRPr>
            </a:defPPr>
            <a:lvl1pPr>
              <a:defRPr sz="2100" b="1">
                <a:solidFill>
                  <a:srgbClr val="72D4C1"/>
                </a:solidFill>
              </a:defRPr>
            </a:lvl1pPr>
            <a:lvl2pPr>
              <a:defRPr sz="2100" b="1">
                <a:solidFill>
                  <a:srgbClr val="72D4C1"/>
                </a:solidFill>
              </a:defRPr>
            </a:lvl2pPr>
            <a:lvl3pPr>
              <a:defRPr sz="2100" b="1">
                <a:solidFill>
                  <a:srgbClr val="72D4C1"/>
                </a:solidFill>
              </a:defRPr>
            </a:lvl3pPr>
            <a:lvl4pPr>
              <a:defRPr sz="2100" b="1">
                <a:solidFill>
                  <a:srgbClr val="72D4C1"/>
                </a:solidFill>
              </a:defRPr>
            </a:lvl4pPr>
            <a:lvl5pPr>
              <a:defRPr sz="2100" b="1">
                <a:solidFill>
                  <a:srgbClr val="72D4C1"/>
                </a:solidFill>
              </a:defRPr>
            </a:lvl5pPr>
            <a:lvl6pPr>
              <a:defRPr sz="2100" b="1">
                <a:solidFill>
                  <a:srgbClr val="72D4C1"/>
                </a:solidFill>
              </a:defRPr>
            </a:lvl6pPr>
            <a:lvl7pPr>
              <a:defRPr sz="2100" b="1">
                <a:solidFill>
                  <a:srgbClr val="72D4C1"/>
                </a:solidFill>
              </a:defRPr>
            </a:lvl7pPr>
            <a:lvl8pPr>
              <a:defRPr sz="2100" b="1">
                <a:solidFill>
                  <a:srgbClr val="72D4C1"/>
                </a:solidFill>
              </a:defRPr>
            </a:lvl8pPr>
            <a:lvl9pPr>
              <a:defRPr sz="2100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72D4C1"/>
                </a:solidFill>
              </a:defRPr>
            </a:pPr>
            <a:r>
              <a:rPr sz="2100" b="1">
                <a:solidFill>
                  <a:srgbClr val="72D4C1"/>
                </a:solidFill>
              </a:rPr>
              <a:t>Predict → change one control → compare → reset</a:t>
            </a:r>
          </a:p>
        </p:txBody>
      </p:sp>
    </p:spTree>
    <p:extLst>
      <p:ext uri="{BB962C8B-B14F-4D97-AF65-F5344CB8AC3E}">
        <p14:creationId xmlns:p14="http://schemas.microsoft.com/office/powerpoint/2010/main" val="56502599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A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ED2D9F-85FF-4BE9-85D5-5B57325615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52da0ea5ff490a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B80340-1863-4C60-9E9F-7963C7EB5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62DFF5"/>
                </a:solidFill>
              </a:defRPr>
            </a:defPPr>
            <a:lvl1pPr>
              <a:defRPr sz="1350" b="1">
                <a:solidFill>
                  <a:srgbClr val="62DFF5"/>
                </a:solidFill>
              </a:defRPr>
            </a:lvl1pPr>
            <a:lvl2pPr>
              <a:defRPr sz="1350" b="1">
                <a:solidFill>
                  <a:srgbClr val="62DFF5"/>
                </a:solidFill>
              </a:defRPr>
            </a:lvl2pPr>
            <a:lvl3pPr>
              <a:defRPr sz="1350" b="1">
                <a:solidFill>
                  <a:srgbClr val="62DFF5"/>
                </a:solidFill>
              </a:defRPr>
            </a:lvl3pPr>
            <a:lvl4pPr>
              <a:defRPr sz="1350" b="1">
                <a:solidFill>
                  <a:srgbClr val="62DFF5"/>
                </a:solidFill>
              </a:defRPr>
            </a:lvl4pPr>
            <a:lvl5pPr>
              <a:defRPr sz="1350" b="1">
                <a:solidFill>
                  <a:srgbClr val="62DFF5"/>
                </a:solidFill>
              </a:defRPr>
            </a:lvl5pPr>
            <a:lvl6pPr>
              <a:defRPr sz="1350" b="1">
                <a:solidFill>
                  <a:srgbClr val="62DFF5"/>
                </a:solidFill>
              </a:defRPr>
            </a:lvl6pPr>
            <a:lvl7pPr>
              <a:defRPr sz="1350" b="1">
                <a:solidFill>
                  <a:srgbClr val="62DFF5"/>
                </a:solidFill>
              </a:defRPr>
            </a:lvl7pPr>
            <a:lvl8pPr>
              <a:defRPr sz="1350" b="1">
                <a:solidFill>
                  <a:srgbClr val="62DFF5"/>
                </a:solidFill>
              </a:defRPr>
            </a:lvl8pPr>
            <a:lvl9pPr>
              <a:defRPr sz="1350" b="1">
                <a:solidFill>
                  <a:srgbClr val="62DFF5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62DFF5"/>
                </a:solidFill>
              </a:defRPr>
            </a:pPr>
            <a:r>
              <a:rPr sz="1350" b="1">
                <a:solidFill>
                  <a:srgbClr val="62DFF5"/>
                </a:solidFill>
              </a:rPr>
              <a:t>DIRECTIONAL SNOW AND MOSS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677B4F-CED2-4926-B195-6D3D3AC72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FFFFF"/>
                </a:solidFill>
              </a:defRPr>
            </a:defPPr>
            <a:lvl1pPr>
              <a:defRPr sz="3150" b="1">
                <a:solidFill>
                  <a:srgbClr val="FFFFFF"/>
                </a:solidFill>
              </a:defRPr>
            </a:lvl1pPr>
            <a:lvl2pPr>
              <a:defRPr sz="3150" b="1">
                <a:solidFill>
                  <a:srgbClr val="FFFFFF"/>
                </a:solidFill>
              </a:defRPr>
            </a:lvl2pPr>
            <a:lvl3pPr>
              <a:defRPr sz="3150" b="1">
                <a:solidFill>
                  <a:srgbClr val="FFFFFF"/>
                </a:solidFill>
              </a:defRPr>
            </a:lvl3pPr>
            <a:lvl4pPr>
              <a:defRPr sz="3150" b="1">
                <a:solidFill>
                  <a:srgbClr val="FFFFFF"/>
                </a:solidFill>
              </a:defRPr>
            </a:lvl4pPr>
            <a:lvl5pPr>
              <a:defRPr sz="3150" b="1">
                <a:solidFill>
                  <a:srgbClr val="FFFFFF"/>
                </a:solidFill>
              </a:defRPr>
            </a:lvl5pPr>
            <a:lvl6pPr>
              <a:defRPr sz="3150" b="1">
                <a:solidFill>
                  <a:srgbClr val="FFFFFF"/>
                </a:solidFill>
              </a:defRPr>
            </a:lvl6pPr>
            <a:lvl7pPr>
              <a:defRPr sz="3150" b="1">
                <a:solidFill>
                  <a:srgbClr val="FFFFFF"/>
                </a:solidFill>
              </a:defRPr>
            </a:lvl7pPr>
            <a:lvl8pPr>
              <a:defRPr sz="3150" b="1">
                <a:solidFill>
                  <a:srgbClr val="FFFFFF"/>
                </a:solidFill>
              </a:defRPr>
            </a:lvl8pPr>
            <a:lvl9pPr>
              <a:defRPr sz="31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Directional coverage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62E764-1F90-49DE-9B93-BD8574E09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C4D3E3"/>
                </a:solidFill>
              </a:defRPr>
            </a:defPPr>
            <a:lvl1pPr>
              <a:defRPr sz="1200" b="0">
                <a:solidFill>
                  <a:srgbClr val="C4D3E3"/>
                </a:solidFill>
              </a:defRPr>
            </a:lvl1pPr>
            <a:lvl2pPr>
              <a:defRPr sz="1200" b="0">
                <a:solidFill>
                  <a:srgbClr val="C4D3E3"/>
                </a:solidFill>
              </a:defRPr>
            </a:lvl2pPr>
            <a:lvl3pPr>
              <a:defRPr sz="1200" b="0">
                <a:solidFill>
                  <a:srgbClr val="C4D3E3"/>
                </a:solidFill>
              </a:defRPr>
            </a:lvl3pPr>
            <a:lvl4pPr>
              <a:defRPr sz="1200" b="0">
                <a:solidFill>
                  <a:srgbClr val="C4D3E3"/>
                </a:solidFill>
              </a:defRPr>
            </a:lvl4pPr>
            <a:lvl5pPr>
              <a:defRPr sz="1200" b="0">
                <a:solidFill>
                  <a:srgbClr val="C4D3E3"/>
                </a:solidFill>
              </a:defRPr>
            </a:lvl5pPr>
            <a:lvl6pPr>
              <a:defRPr sz="1200" b="0">
                <a:solidFill>
                  <a:srgbClr val="C4D3E3"/>
                </a:solidFill>
              </a:defRPr>
            </a:lvl6pPr>
            <a:lvl7pPr>
              <a:defRPr sz="1200" b="0">
                <a:solidFill>
                  <a:srgbClr val="C4D3E3"/>
                </a:solidFill>
              </a:defRPr>
            </a:lvl7pPr>
            <a:lvl8pPr>
              <a:defRPr sz="1200" b="0">
                <a:solidFill>
                  <a:srgbClr val="C4D3E3"/>
                </a:solidFill>
              </a:defRPr>
            </a:lvl8pPr>
            <a:lvl9pPr>
              <a:defRPr sz="1200" b="0">
                <a:solidFill>
                  <a:srgbClr val="C4D3E3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C4D3E3"/>
                </a:solidFill>
              </a:defRPr>
            </a:pPr>
            <a:r>
              <a:rPr sz="1200" b="0">
                <a:solidFill>
                  <a:srgbClr val="C4D3E3"/>
                </a:solidFill>
              </a:rPr>
              <a:t>9A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5E4020-B18F-431F-848F-111EE820C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72D4C1"/>
                </a:solidFill>
              </a:defRPr>
            </a:defPPr>
            <a:lvl1pPr>
              <a:defRPr sz="2100" b="1">
                <a:solidFill>
                  <a:srgbClr val="72D4C1"/>
                </a:solidFill>
              </a:defRPr>
            </a:lvl1pPr>
            <a:lvl2pPr>
              <a:defRPr sz="2100" b="1">
                <a:solidFill>
                  <a:srgbClr val="72D4C1"/>
                </a:solidFill>
              </a:defRPr>
            </a:lvl2pPr>
            <a:lvl3pPr>
              <a:defRPr sz="2100" b="1">
                <a:solidFill>
                  <a:srgbClr val="72D4C1"/>
                </a:solidFill>
              </a:defRPr>
            </a:lvl3pPr>
            <a:lvl4pPr>
              <a:defRPr sz="2100" b="1">
                <a:solidFill>
                  <a:srgbClr val="72D4C1"/>
                </a:solidFill>
              </a:defRPr>
            </a:lvl4pPr>
            <a:lvl5pPr>
              <a:defRPr sz="2100" b="1">
                <a:solidFill>
                  <a:srgbClr val="72D4C1"/>
                </a:solidFill>
              </a:defRPr>
            </a:lvl5pPr>
            <a:lvl6pPr>
              <a:defRPr sz="2100" b="1">
                <a:solidFill>
                  <a:srgbClr val="72D4C1"/>
                </a:solidFill>
              </a:defRPr>
            </a:lvl6pPr>
            <a:lvl7pPr>
              <a:defRPr sz="2100" b="1">
                <a:solidFill>
                  <a:srgbClr val="72D4C1"/>
                </a:solidFill>
              </a:defRPr>
            </a:lvl7pPr>
            <a:lvl8pPr>
              <a:defRPr sz="2100" b="1">
                <a:solidFill>
                  <a:srgbClr val="72D4C1"/>
                </a:solidFill>
              </a:defRPr>
            </a:lvl8pPr>
            <a:lvl9pPr>
              <a:defRPr sz="2100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72D4C1"/>
                </a:solidFill>
              </a:defRPr>
            </a:pPr>
            <a:r>
              <a:rPr sz="2100" b="1">
                <a:solidFill>
                  <a:srgbClr val="72D4C1"/>
                </a:solidFill>
              </a:rPr>
              <a:t>Compare directions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2936F7-096C-41DF-9BB0-D5362D7FA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9825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FFFFFF"/>
                </a:solidFill>
              </a:defRPr>
            </a:defPPr>
            <a:lvl1pPr>
              <a:defRPr sz="2025" b="0">
                <a:solidFill>
                  <a:srgbClr val="FFFFFF"/>
                </a:solidFill>
              </a:defRPr>
            </a:lvl1pPr>
            <a:lvl2pPr>
              <a:defRPr sz="2025" b="0">
                <a:solidFill>
                  <a:srgbClr val="FFFFFF"/>
                </a:solidFill>
              </a:defRPr>
            </a:lvl2pPr>
            <a:lvl3pPr>
              <a:defRPr sz="2025" b="0">
                <a:solidFill>
                  <a:srgbClr val="FFFFFF"/>
                </a:solidFill>
              </a:defRPr>
            </a:lvl3pPr>
            <a:lvl4pPr>
              <a:defRPr sz="2025" b="0">
                <a:solidFill>
                  <a:srgbClr val="FFFFFF"/>
                </a:solidFill>
              </a:defRPr>
            </a:lvl4pPr>
            <a:lvl5pPr>
              <a:defRPr sz="2025" b="0">
                <a:solidFill>
                  <a:srgbClr val="FFFFFF"/>
                </a:solidFill>
              </a:defRPr>
            </a:lvl5pPr>
            <a:lvl6pPr>
              <a:defRPr sz="2025" b="0">
                <a:solidFill>
                  <a:srgbClr val="FFFFFF"/>
                </a:solidFill>
              </a:defRPr>
            </a:lvl6pPr>
            <a:lvl7pPr>
              <a:defRPr sz="2025" b="0">
                <a:solidFill>
                  <a:srgbClr val="FFFFFF"/>
                </a:solidFill>
              </a:defRPr>
            </a:lvl7pPr>
            <a:lvl8pPr>
              <a:defRPr sz="2025" b="0">
                <a:solidFill>
                  <a:srgbClr val="FFFFFF"/>
                </a:solidFill>
              </a:defRPr>
            </a:lvl8pPr>
            <a:lvl9pPr>
              <a:defRPr sz="202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FFFFFF"/>
                </a:solidFill>
              </a:defRPr>
            </a:pPr>
            <a:r>
              <a:rPr sz="2025" b="0">
                <a:solidFill>
                  <a:srgbClr val="FFFFFF"/>
                </a:solidFill>
              </a:rPr>
              <a:t>coverage = saturate(dot(Nworld, Dunit))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766F42-1640-497F-A61B-D533EA195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72D4C1"/>
                </a:solidFill>
              </a:defRPr>
            </a:defPPr>
            <a:lvl1pPr>
              <a:defRPr sz="2100" b="1">
                <a:solidFill>
                  <a:srgbClr val="72D4C1"/>
                </a:solidFill>
              </a:defRPr>
            </a:lvl1pPr>
            <a:lvl2pPr>
              <a:defRPr sz="2100" b="1">
                <a:solidFill>
                  <a:srgbClr val="72D4C1"/>
                </a:solidFill>
              </a:defRPr>
            </a:lvl2pPr>
            <a:lvl3pPr>
              <a:defRPr sz="2100" b="1">
                <a:solidFill>
                  <a:srgbClr val="72D4C1"/>
                </a:solidFill>
              </a:defRPr>
            </a:lvl3pPr>
            <a:lvl4pPr>
              <a:defRPr sz="2100" b="1">
                <a:solidFill>
                  <a:srgbClr val="72D4C1"/>
                </a:solidFill>
              </a:defRPr>
            </a:lvl4pPr>
            <a:lvl5pPr>
              <a:defRPr sz="2100" b="1">
                <a:solidFill>
                  <a:srgbClr val="72D4C1"/>
                </a:solidFill>
              </a:defRPr>
            </a:lvl5pPr>
            <a:lvl6pPr>
              <a:defRPr sz="2100" b="1">
                <a:solidFill>
                  <a:srgbClr val="72D4C1"/>
                </a:solidFill>
              </a:defRPr>
            </a:lvl6pPr>
            <a:lvl7pPr>
              <a:defRPr sz="2100" b="1">
                <a:solidFill>
                  <a:srgbClr val="72D4C1"/>
                </a:solidFill>
              </a:defRPr>
            </a:lvl7pPr>
            <a:lvl8pPr>
              <a:defRPr sz="2100" b="1">
                <a:solidFill>
                  <a:srgbClr val="72D4C1"/>
                </a:solidFill>
              </a:defRPr>
            </a:lvl8pPr>
            <a:lvl9pPr>
              <a:defRPr sz="2100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72D4C1"/>
                </a:solidFill>
              </a:defRPr>
            </a:pPr>
            <a:r>
              <a:rPr sz="2100" b="1">
                <a:solidFill>
                  <a:srgbClr val="72D4C1"/>
                </a:solidFill>
              </a:rPr>
              <a:t>Shape the response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12E7C9-D7D2-45AC-A162-9F1004711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FFFFFF"/>
                </a:solidFill>
              </a:defRPr>
            </a:defPPr>
            <a:lvl1pPr>
              <a:defRPr sz="2025" b="0">
                <a:solidFill>
                  <a:srgbClr val="FFFFFF"/>
                </a:solidFill>
              </a:defRPr>
            </a:lvl1pPr>
            <a:lvl2pPr>
              <a:defRPr sz="2025" b="0">
                <a:solidFill>
                  <a:srgbClr val="FFFFFF"/>
                </a:solidFill>
              </a:defRPr>
            </a:lvl2pPr>
            <a:lvl3pPr>
              <a:defRPr sz="2025" b="0">
                <a:solidFill>
                  <a:srgbClr val="FFFFFF"/>
                </a:solidFill>
              </a:defRPr>
            </a:lvl3pPr>
            <a:lvl4pPr>
              <a:defRPr sz="2025" b="0">
                <a:solidFill>
                  <a:srgbClr val="FFFFFF"/>
                </a:solidFill>
              </a:defRPr>
            </a:lvl4pPr>
            <a:lvl5pPr>
              <a:defRPr sz="2025" b="0">
                <a:solidFill>
                  <a:srgbClr val="FFFFFF"/>
                </a:solidFill>
              </a:defRPr>
            </a:lvl5pPr>
            <a:lvl6pPr>
              <a:defRPr sz="2025" b="0">
                <a:solidFill>
                  <a:srgbClr val="FFFFFF"/>
                </a:solidFill>
              </a:defRPr>
            </a:lvl6pPr>
            <a:lvl7pPr>
              <a:defRPr sz="2025" b="0">
                <a:solidFill>
                  <a:srgbClr val="FFFFFF"/>
                </a:solidFill>
              </a:defRPr>
            </a:lvl7pPr>
            <a:lvl8pPr>
              <a:defRPr sz="2025" b="0">
                <a:solidFill>
                  <a:srgbClr val="FFFFFF"/>
                </a:solidFill>
              </a:defRPr>
            </a:lvl8pPr>
            <a:lvl9pPr>
              <a:defRPr sz="202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FFFFFF"/>
                </a:solidFill>
              </a:defRPr>
            </a:pPr>
            <a:r>
              <a:rPr sz="2025" b="0">
                <a:solidFill>
                  <a:srgbClr val="FFFFFF"/>
                </a:solidFill>
              </a:rPr>
              <a:t>coverageᵖ with p &gt; 0; a larger p narrows intermediate coverage.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4948F3-84D9-4113-AD6C-BD5A0E7D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72D4C1"/>
                </a:solidFill>
              </a:defRPr>
            </a:defPPr>
            <a:lvl1pPr>
              <a:defRPr sz="2100" b="1">
                <a:solidFill>
                  <a:srgbClr val="72D4C1"/>
                </a:solidFill>
              </a:defRPr>
            </a:lvl1pPr>
            <a:lvl2pPr>
              <a:defRPr sz="2100" b="1">
                <a:solidFill>
                  <a:srgbClr val="72D4C1"/>
                </a:solidFill>
              </a:defRPr>
            </a:lvl2pPr>
            <a:lvl3pPr>
              <a:defRPr sz="2100" b="1">
                <a:solidFill>
                  <a:srgbClr val="72D4C1"/>
                </a:solidFill>
              </a:defRPr>
            </a:lvl3pPr>
            <a:lvl4pPr>
              <a:defRPr sz="2100" b="1">
                <a:solidFill>
                  <a:srgbClr val="72D4C1"/>
                </a:solidFill>
              </a:defRPr>
            </a:lvl4pPr>
            <a:lvl5pPr>
              <a:defRPr sz="2100" b="1">
                <a:solidFill>
                  <a:srgbClr val="72D4C1"/>
                </a:solidFill>
              </a:defRPr>
            </a:lvl5pPr>
            <a:lvl6pPr>
              <a:defRPr sz="2100" b="1">
                <a:solidFill>
                  <a:srgbClr val="72D4C1"/>
                </a:solidFill>
              </a:defRPr>
            </a:lvl6pPr>
            <a:lvl7pPr>
              <a:defRPr sz="2100" b="1">
                <a:solidFill>
                  <a:srgbClr val="72D4C1"/>
                </a:solidFill>
              </a:defRPr>
            </a:lvl7pPr>
            <a:lvl8pPr>
              <a:defRPr sz="2100" b="1">
                <a:solidFill>
                  <a:srgbClr val="72D4C1"/>
                </a:solidFill>
              </a:defRPr>
            </a:lvl8pPr>
            <a:lvl9pPr>
              <a:defRPr sz="2100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72D4C1"/>
                </a:solidFill>
              </a:defRPr>
            </a:pPr>
            <a:r>
              <a:rPr sz="2100" b="1">
                <a:solidFill>
                  <a:srgbClr val="72D4C1"/>
                </a:solidFill>
              </a:rPr>
              <a:t>Read this implementation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DF03B6-EF12-4425-A25B-97BB7B9A5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81575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FFFFFF"/>
                </a:solidFill>
              </a:defRPr>
            </a:defPPr>
            <a:lvl1pPr>
              <a:defRPr sz="2025" b="0">
                <a:solidFill>
                  <a:srgbClr val="FFFFFF"/>
                </a:solidFill>
              </a:defRPr>
            </a:lvl1pPr>
            <a:lvl2pPr>
              <a:defRPr sz="2025" b="0">
                <a:solidFill>
                  <a:srgbClr val="FFFFFF"/>
                </a:solidFill>
              </a:defRPr>
            </a:lvl2pPr>
            <a:lvl3pPr>
              <a:defRPr sz="2025" b="0">
                <a:solidFill>
                  <a:srgbClr val="FFFFFF"/>
                </a:solidFill>
              </a:defRPr>
            </a:lvl3pPr>
            <a:lvl4pPr>
              <a:defRPr sz="2025" b="0">
                <a:solidFill>
                  <a:srgbClr val="FFFFFF"/>
                </a:solidFill>
              </a:defRPr>
            </a:lvl4pPr>
            <a:lvl5pPr>
              <a:defRPr sz="2025" b="0">
                <a:solidFill>
                  <a:srgbClr val="FFFFFF"/>
                </a:solidFill>
              </a:defRPr>
            </a:lvl5pPr>
            <a:lvl6pPr>
              <a:defRPr sz="2025" b="0">
                <a:solidFill>
                  <a:srgbClr val="FFFFFF"/>
                </a:solidFill>
              </a:defRPr>
            </a:lvl6pPr>
            <a:lvl7pPr>
              <a:defRPr sz="2025" b="0">
                <a:solidFill>
                  <a:srgbClr val="FFFFFF"/>
                </a:solidFill>
              </a:defRPr>
            </a:lvl7pPr>
            <a:lvl8pPr>
              <a:defRPr sz="2025" b="0">
                <a:solidFill>
                  <a:srgbClr val="FFFFFF"/>
                </a:solidFill>
              </a:defRPr>
            </a:lvl8pPr>
            <a:lvl9pPr>
              <a:defRPr sz="202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FFFFFF"/>
                </a:solidFill>
              </a:defRPr>
            </a:pPr>
            <a:r>
              <a:rPr sz="2025" b="0">
                <a:solidFill>
                  <a:srgbClr val="FFFFFF"/>
                </a:solidFill>
              </a:rPr>
              <a:t>Moss normalizes D internally. Snow expects a unit direction.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2C5FDF-EF97-40C5-BDAE-B690AE144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72D4C1"/>
                </a:solidFill>
              </a:defRPr>
            </a:defPPr>
            <a:lvl1pPr>
              <a:defRPr sz="1725" b="1">
                <a:solidFill>
                  <a:srgbClr val="72D4C1"/>
                </a:solidFill>
              </a:defRPr>
            </a:lvl1pPr>
            <a:lvl2pPr>
              <a:defRPr sz="1725" b="1">
                <a:solidFill>
                  <a:srgbClr val="72D4C1"/>
                </a:solidFill>
              </a:defRPr>
            </a:lvl2pPr>
            <a:lvl3pPr>
              <a:defRPr sz="1725" b="1">
                <a:solidFill>
                  <a:srgbClr val="72D4C1"/>
                </a:solidFill>
              </a:defRPr>
            </a:lvl3pPr>
            <a:lvl4pPr>
              <a:defRPr sz="1725" b="1">
                <a:solidFill>
                  <a:srgbClr val="72D4C1"/>
                </a:solidFill>
              </a:defRPr>
            </a:lvl4pPr>
            <a:lvl5pPr>
              <a:defRPr sz="1725" b="1">
                <a:solidFill>
                  <a:srgbClr val="72D4C1"/>
                </a:solidFill>
              </a:defRPr>
            </a:lvl5pPr>
            <a:lvl6pPr>
              <a:defRPr sz="1725" b="1">
                <a:solidFill>
                  <a:srgbClr val="72D4C1"/>
                </a:solidFill>
              </a:defRPr>
            </a:lvl6pPr>
            <a:lvl7pPr>
              <a:defRPr sz="1725" b="1">
                <a:solidFill>
                  <a:srgbClr val="72D4C1"/>
                </a:solidFill>
              </a:defRPr>
            </a:lvl7pPr>
            <a:lvl8pPr>
              <a:defRPr sz="1725" b="1">
                <a:solidFill>
                  <a:srgbClr val="72D4C1"/>
                </a:solidFill>
              </a:defRPr>
            </a:lvl8pPr>
            <a:lvl9pPr>
              <a:defRPr sz="1725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72D4C1"/>
                </a:solidFill>
              </a:defRPr>
            </a:pPr>
            <a:r>
              <a:rPr sz="1725" b="1">
                <a:solidFill>
                  <a:srgbClr val="72D4C1"/>
                </a:solidFill>
              </a:rPr>
              <a:t>What does dot = 0 mean? Is it the same as a height threshold?</a:t>
            </a:r>
          </a:p>
        </p:txBody>
      </p:sp>
    </p:spTree>
    <p:extLst>
      <p:ext uri="{BB962C8B-B14F-4D97-AF65-F5344CB8AC3E}">
        <p14:creationId xmlns:p14="http://schemas.microsoft.com/office/powerpoint/2010/main" val="196086393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A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5FC94C-CEEC-4634-B26B-6D9A26585ED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e40fa62bd54fec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47E846-D81D-4E59-9649-C11E0F6B6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62DFF5"/>
                </a:solidFill>
              </a:defRPr>
            </a:defPPr>
            <a:lvl1pPr>
              <a:defRPr sz="1350" b="1">
                <a:solidFill>
                  <a:srgbClr val="62DFF5"/>
                </a:solidFill>
              </a:defRPr>
            </a:lvl1pPr>
            <a:lvl2pPr>
              <a:defRPr sz="1350" b="1">
                <a:solidFill>
                  <a:srgbClr val="62DFF5"/>
                </a:solidFill>
              </a:defRPr>
            </a:lvl2pPr>
            <a:lvl3pPr>
              <a:defRPr sz="1350" b="1">
                <a:solidFill>
                  <a:srgbClr val="62DFF5"/>
                </a:solidFill>
              </a:defRPr>
            </a:lvl3pPr>
            <a:lvl4pPr>
              <a:defRPr sz="1350" b="1">
                <a:solidFill>
                  <a:srgbClr val="62DFF5"/>
                </a:solidFill>
              </a:defRPr>
            </a:lvl4pPr>
            <a:lvl5pPr>
              <a:defRPr sz="1350" b="1">
                <a:solidFill>
                  <a:srgbClr val="62DFF5"/>
                </a:solidFill>
              </a:defRPr>
            </a:lvl5pPr>
            <a:lvl6pPr>
              <a:defRPr sz="1350" b="1">
                <a:solidFill>
                  <a:srgbClr val="62DFF5"/>
                </a:solidFill>
              </a:defRPr>
            </a:lvl6pPr>
            <a:lvl7pPr>
              <a:defRPr sz="1350" b="1">
                <a:solidFill>
                  <a:srgbClr val="62DFF5"/>
                </a:solidFill>
              </a:defRPr>
            </a:lvl7pPr>
            <a:lvl8pPr>
              <a:defRPr sz="1350" b="1">
                <a:solidFill>
                  <a:srgbClr val="62DFF5"/>
                </a:solidFill>
              </a:defRPr>
            </a:lvl8pPr>
            <a:lvl9pPr>
              <a:defRPr sz="1350" b="1">
                <a:solidFill>
                  <a:srgbClr val="62DFF5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62DFF5"/>
                </a:solidFill>
              </a:defRPr>
            </a:pPr>
            <a:r>
              <a:rPr sz="1350" b="1">
                <a:solidFill>
                  <a:srgbClr val="62DFF5"/>
                </a:solidFill>
              </a:rPr>
              <a:t>COORDINATES AND MOTION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1F5A30-FECC-4429-B7E5-7184FBA35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FFFFF"/>
                </a:solidFill>
              </a:defRPr>
            </a:defPPr>
            <a:lvl1pPr>
              <a:defRPr sz="3150" b="1">
                <a:solidFill>
                  <a:srgbClr val="FFFFFF"/>
                </a:solidFill>
              </a:defRPr>
            </a:lvl1pPr>
            <a:lvl2pPr>
              <a:defRPr sz="3150" b="1">
                <a:solidFill>
                  <a:srgbClr val="FFFFFF"/>
                </a:solidFill>
              </a:defRPr>
            </a:lvl2pPr>
            <a:lvl3pPr>
              <a:defRPr sz="3150" b="1">
                <a:solidFill>
                  <a:srgbClr val="FFFFFF"/>
                </a:solidFill>
              </a:defRPr>
            </a:lvl3pPr>
            <a:lvl4pPr>
              <a:defRPr sz="3150" b="1">
                <a:solidFill>
                  <a:srgbClr val="FFFFFF"/>
                </a:solidFill>
              </a:defRPr>
            </a:lvl4pPr>
            <a:lvl5pPr>
              <a:defRPr sz="3150" b="1">
                <a:solidFill>
                  <a:srgbClr val="FFFFFF"/>
                </a:solidFill>
              </a:defRPr>
            </a:lvl5pPr>
            <a:lvl6pPr>
              <a:defRPr sz="3150" b="1">
                <a:solidFill>
                  <a:srgbClr val="FFFFFF"/>
                </a:solidFill>
              </a:defRPr>
            </a:lvl6pPr>
            <a:lvl7pPr>
              <a:defRPr sz="3150" b="1">
                <a:solidFill>
                  <a:srgbClr val="FFFFFF"/>
                </a:solidFill>
              </a:defRPr>
            </a:lvl7pPr>
            <a:lvl8pPr>
              <a:defRPr sz="3150" b="1">
                <a:solidFill>
                  <a:srgbClr val="FFFFFF"/>
                </a:solidFill>
              </a:defRPr>
            </a:lvl8pPr>
            <a:lvl9pPr>
              <a:defRPr sz="31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UV space and world projection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8A895E-0EC6-4965-BE06-61044FD1E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C4D3E3"/>
                </a:solidFill>
              </a:defRPr>
            </a:defPPr>
            <a:lvl1pPr>
              <a:defRPr sz="1200" b="0">
                <a:solidFill>
                  <a:srgbClr val="C4D3E3"/>
                </a:solidFill>
              </a:defRPr>
            </a:lvl1pPr>
            <a:lvl2pPr>
              <a:defRPr sz="1200" b="0">
                <a:solidFill>
                  <a:srgbClr val="C4D3E3"/>
                </a:solidFill>
              </a:defRPr>
            </a:lvl2pPr>
            <a:lvl3pPr>
              <a:defRPr sz="1200" b="0">
                <a:solidFill>
                  <a:srgbClr val="C4D3E3"/>
                </a:solidFill>
              </a:defRPr>
            </a:lvl3pPr>
            <a:lvl4pPr>
              <a:defRPr sz="1200" b="0">
                <a:solidFill>
                  <a:srgbClr val="C4D3E3"/>
                </a:solidFill>
              </a:defRPr>
            </a:lvl4pPr>
            <a:lvl5pPr>
              <a:defRPr sz="1200" b="0">
                <a:solidFill>
                  <a:srgbClr val="C4D3E3"/>
                </a:solidFill>
              </a:defRPr>
            </a:lvl5pPr>
            <a:lvl6pPr>
              <a:defRPr sz="1200" b="0">
                <a:solidFill>
                  <a:srgbClr val="C4D3E3"/>
                </a:solidFill>
              </a:defRPr>
            </a:lvl6pPr>
            <a:lvl7pPr>
              <a:defRPr sz="1200" b="0">
                <a:solidFill>
                  <a:srgbClr val="C4D3E3"/>
                </a:solidFill>
              </a:defRPr>
            </a:lvl7pPr>
            <a:lvl8pPr>
              <a:defRPr sz="1200" b="0">
                <a:solidFill>
                  <a:srgbClr val="C4D3E3"/>
                </a:solidFill>
              </a:defRPr>
            </a:lvl8pPr>
            <a:lvl9pPr>
              <a:defRPr sz="1200" b="0">
                <a:solidFill>
                  <a:srgbClr val="C4D3E3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C4D3E3"/>
                </a:solidFill>
              </a:defRPr>
            </a:pPr>
            <a:r>
              <a:rPr sz="1200" b="0">
                <a:solidFill>
                  <a:srgbClr val="C4D3E3"/>
                </a:solidFill>
              </a:rPr>
              <a:t>9B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D66412-8C00-401D-A8DF-48357B2632A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46b98724234e5b"/>
          <a:srcRect xmlns:a="http://schemas.openxmlformats.org/drawingml/2006/main" l="8000" t="18000" r="8000" b="24000"/>
          <a:stretch xmlns:a="http://schemas.openxmlformats.org/drawingml/2006/main"/>
        </p:blipFill>
        <p:spPr>
          <a:xfrm xmlns:a="http://schemas.openxmlformats.org/drawingml/2006/main">
            <a:off x="609600" y="2667000"/>
            <a:ext cx="6477000" cy="251564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CDCA4E-5E40-4705-BFD5-AE9751D0D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52625"/>
            <a:ext cx="4048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72D4C1"/>
                </a:solidFill>
              </a:defRPr>
            </a:defPPr>
            <a:lvl1pPr>
              <a:defRPr sz="2100" b="1">
                <a:solidFill>
                  <a:srgbClr val="72D4C1"/>
                </a:solidFill>
              </a:defRPr>
            </a:lvl1pPr>
            <a:lvl2pPr>
              <a:defRPr sz="2100" b="1">
                <a:solidFill>
                  <a:srgbClr val="72D4C1"/>
                </a:solidFill>
              </a:defRPr>
            </a:lvl2pPr>
            <a:lvl3pPr>
              <a:defRPr sz="2100" b="1">
                <a:solidFill>
                  <a:srgbClr val="72D4C1"/>
                </a:solidFill>
              </a:defRPr>
            </a:lvl3pPr>
            <a:lvl4pPr>
              <a:defRPr sz="2100" b="1">
                <a:solidFill>
                  <a:srgbClr val="72D4C1"/>
                </a:solidFill>
              </a:defRPr>
            </a:lvl4pPr>
            <a:lvl5pPr>
              <a:defRPr sz="2100" b="1">
                <a:solidFill>
                  <a:srgbClr val="72D4C1"/>
                </a:solidFill>
              </a:defRPr>
            </a:lvl5pPr>
            <a:lvl6pPr>
              <a:defRPr sz="2100" b="1">
                <a:solidFill>
                  <a:srgbClr val="72D4C1"/>
                </a:solidFill>
              </a:defRPr>
            </a:lvl6pPr>
            <a:lvl7pPr>
              <a:defRPr sz="2100" b="1">
                <a:solidFill>
                  <a:srgbClr val="72D4C1"/>
                </a:solidFill>
              </a:defRPr>
            </a:lvl7pPr>
            <a:lvl8pPr>
              <a:defRPr sz="2100" b="1">
                <a:solidFill>
                  <a:srgbClr val="72D4C1"/>
                </a:solidFill>
              </a:defRPr>
            </a:lvl8pPr>
            <a:lvl9pPr>
              <a:defRPr sz="2100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72D4C1"/>
                </a:solidFill>
              </a:defRPr>
            </a:pPr>
            <a:r>
              <a:rPr sz="2100" b="1">
                <a:solidFill>
                  <a:srgbClr val="72D4C1"/>
                </a:solidFill>
              </a:rPr>
              <a:t>UV coordinates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0644F1-85E6-405F-9A36-671F9D49F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62200"/>
            <a:ext cx="4048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FFFFFF"/>
                </a:solidFill>
              </a:defRPr>
            </a:defPPr>
            <a:lvl1pPr>
              <a:defRPr sz="1800" b="0">
                <a:solidFill>
                  <a:srgbClr val="FFFFFF"/>
                </a:solidFill>
              </a:defRPr>
            </a:lvl1pPr>
            <a:lvl2pPr>
              <a:defRPr sz="1800" b="0">
                <a:solidFill>
                  <a:srgbClr val="FFFFFF"/>
                </a:solidFill>
              </a:defRPr>
            </a:lvl2pPr>
            <a:lvl3pPr>
              <a:defRPr sz="1800" b="0">
                <a:solidFill>
                  <a:srgbClr val="FFFFFF"/>
                </a:solidFill>
              </a:defRPr>
            </a:lvl3pPr>
            <a:lvl4pPr>
              <a:defRPr sz="1800" b="0">
                <a:solidFill>
                  <a:srgbClr val="FFFFFF"/>
                </a:solidFill>
              </a:defRPr>
            </a:lvl4pPr>
            <a:lvl5pPr>
              <a:defRPr sz="1800" b="0">
                <a:solidFill>
                  <a:srgbClr val="FFFFFF"/>
                </a:solidFill>
              </a:defRPr>
            </a:lvl5pPr>
            <a:lvl6pPr>
              <a:defRPr sz="1800" b="0">
                <a:solidFill>
                  <a:srgbClr val="FFFFFF"/>
                </a:solidFill>
              </a:defRPr>
            </a:lvl6pPr>
            <a:lvl7pPr>
              <a:defRPr sz="1800" b="0">
                <a:solidFill>
                  <a:srgbClr val="FFFFFF"/>
                </a:solidFill>
              </a:defRPr>
            </a:lvl7pPr>
            <a:lvl8pPr>
              <a:defRPr sz="1800" b="0">
                <a:solidFill>
                  <a:srgbClr val="FFFFFF"/>
                </a:solidFill>
              </a:defRPr>
            </a:lvl8pPr>
            <a:lvl9pPr>
              <a:defRPr sz="180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The pattern follows the mesh’s UV mapping.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17DBC6-9DE3-4173-9CA7-E7FA170D7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86125"/>
            <a:ext cx="4048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72D4C1"/>
                </a:solidFill>
              </a:defRPr>
            </a:defPPr>
            <a:lvl1pPr>
              <a:defRPr sz="2100" b="1">
                <a:solidFill>
                  <a:srgbClr val="72D4C1"/>
                </a:solidFill>
              </a:defRPr>
            </a:lvl1pPr>
            <a:lvl2pPr>
              <a:defRPr sz="2100" b="1">
                <a:solidFill>
                  <a:srgbClr val="72D4C1"/>
                </a:solidFill>
              </a:defRPr>
            </a:lvl2pPr>
            <a:lvl3pPr>
              <a:defRPr sz="2100" b="1">
                <a:solidFill>
                  <a:srgbClr val="72D4C1"/>
                </a:solidFill>
              </a:defRPr>
            </a:lvl3pPr>
            <a:lvl4pPr>
              <a:defRPr sz="2100" b="1">
                <a:solidFill>
                  <a:srgbClr val="72D4C1"/>
                </a:solidFill>
              </a:defRPr>
            </a:lvl4pPr>
            <a:lvl5pPr>
              <a:defRPr sz="2100" b="1">
                <a:solidFill>
                  <a:srgbClr val="72D4C1"/>
                </a:solidFill>
              </a:defRPr>
            </a:lvl5pPr>
            <a:lvl6pPr>
              <a:defRPr sz="2100" b="1">
                <a:solidFill>
                  <a:srgbClr val="72D4C1"/>
                </a:solidFill>
              </a:defRPr>
            </a:lvl6pPr>
            <a:lvl7pPr>
              <a:defRPr sz="2100" b="1">
                <a:solidFill>
                  <a:srgbClr val="72D4C1"/>
                </a:solidFill>
              </a:defRPr>
            </a:lvl7pPr>
            <a:lvl8pPr>
              <a:defRPr sz="2100" b="1">
                <a:solidFill>
                  <a:srgbClr val="72D4C1"/>
                </a:solidFill>
              </a:defRPr>
            </a:lvl8pPr>
            <a:lvl9pPr>
              <a:defRPr sz="2100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72D4C1"/>
                </a:solidFill>
              </a:defRPr>
            </a:pPr>
            <a:r>
              <a:rPr sz="2100" b="1">
                <a:solidFill>
                  <a:srgbClr val="72D4C1"/>
                </a:solidFill>
              </a:rPr>
              <a:t>World projection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FA936F-B7D5-483F-928E-E8E92A992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95700"/>
            <a:ext cx="4048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FFFFFF"/>
                </a:solidFill>
              </a:defRPr>
            </a:defPPr>
            <a:lvl1pPr>
              <a:defRPr sz="1800" b="0">
                <a:solidFill>
                  <a:srgbClr val="FFFFFF"/>
                </a:solidFill>
              </a:defRPr>
            </a:lvl1pPr>
            <a:lvl2pPr>
              <a:defRPr sz="1800" b="0">
                <a:solidFill>
                  <a:srgbClr val="FFFFFF"/>
                </a:solidFill>
              </a:defRPr>
            </a:lvl2pPr>
            <a:lvl3pPr>
              <a:defRPr sz="1800" b="0">
                <a:solidFill>
                  <a:srgbClr val="FFFFFF"/>
                </a:solidFill>
              </a:defRPr>
            </a:lvl3pPr>
            <a:lvl4pPr>
              <a:defRPr sz="1800" b="0">
                <a:solidFill>
                  <a:srgbClr val="FFFFFF"/>
                </a:solidFill>
              </a:defRPr>
            </a:lvl4pPr>
            <a:lvl5pPr>
              <a:defRPr sz="1800" b="0">
                <a:solidFill>
                  <a:srgbClr val="FFFFFF"/>
                </a:solidFill>
              </a:defRPr>
            </a:lvl5pPr>
            <a:lvl6pPr>
              <a:defRPr sz="1800" b="0">
                <a:solidFill>
                  <a:srgbClr val="FFFFFF"/>
                </a:solidFill>
              </a:defRPr>
            </a:lvl6pPr>
            <a:lvl7pPr>
              <a:defRPr sz="1800" b="0">
                <a:solidFill>
                  <a:srgbClr val="FFFFFF"/>
                </a:solidFill>
              </a:defRPr>
            </a:lvl7pPr>
            <a:lvl8pPr>
              <a:defRPr sz="1800" b="0">
                <a:solidFill>
                  <a:srgbClr val="FFFFFF"/>
                </a:solidFill>
              </a:defRPr>
            </a:lvl8pPr>
            <a:lvl9pPr>
              <a:defRPr sz="180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The sampling field stays in world space.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2550BD-D34B-439C-AA47-8CDA0E36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619625"/>
            <a:ext cx="4048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72D4C1"/>
                </a:solidFill>
              </a:defRPr>
            </a:defPPr>
            <a:lvl1pPr>
              <a:defRPr sz="2100" b="1">
                <a:solidFill>
                  <a:srgbClr val="72D4C1"/>
                </a:solidFill>
              </a:defRPr>
            </a:lvl1pPr>
            <a:lvl2pPr>
              <a:defRPr sz="2100" b="1">
                <a:solidFill>
                  <a:srgbClr val="72D4C1"/>
                </a:solidFill>
              </a:defRPr>
            </a:lvl2pPr>
            <a:lvl3pPr>
              <a:defRPr sz="2100" b="1">
                <a:solidFill>
                  <a:srgbClr val="72D4C1"/>
                </a:solidFill>
              </a:defRPr>
            </a:lvl3pPr>
            <a:lvl4pPr>
              <a:defRPr sz="2100" b="1">
                <a:solidFill>
                  <a:srgbClr val="72D4C1"/>
                </a:solidFill>
              </a:defRPr>
            </a:lvl4pPr>
            <a:lvl5pPr>
              <a:defRPr sz="2100" b="1">
                <a:solidFill>
                  <a:srgbClr val="72D4C1"/>
                </a:solidFill>
              </a:defRPr>
            </a:lvl5pPr>
            <a:lvl6pPr>
              <a:defRPr sz="2100" b="1">
                <a:solidFill>
                  <a:srgbClr val="72D4C1"/>
                </a:solidFill>
              </a:defRPr>
            </a:lvl6pPr>
            <a:lvl7pPr>
              <a:defRPr sz="2100" b="1">
                <a:solidFill>
                  <a:srgbClr val="72D4C1"/>
                </a:solidFill>
              </a:defRPr>
            </a:lvl7pPr>
            <a:lvl8pPr>
              <a:defRPr sz="2100" b="1">
                <a:solidFill>
                  <a:srgbClr val="72D4C1"/>
                </a:solidFill>
              </a:defRPr>
            </a:lvl8pPr>
            <a:lvl9pPr>
              <a:defRPr sz="2100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72D4C1"/>
                </a:solidFill>
              </a:defRPr>
            </a:pPr>
            <a:r>
              <a:rPr sz="2100" b="1">
                <a:solidFill>
                  <a:srgbClr val="72D4C1"/>
                </a:solidFill>
              </a:rPr>
              <a:t>Movement test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2C7CA6-0493-4FFA-A1FC-7BEBE3FCF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029200"/>
            <a:ext cx="4048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FFFFFF"/>
                </a:solidFill>
              </a:defRPr>
            </a:defPPr>
            <a:lvl1pPr>
              <a:defRPr sz="1800" b="0">
                <a:solidFill>
                  <a:srgbClr val="FFFFFF"/>
                </a:solidFill>
              </a:defRPr>
            </a:lvl1pPr>
            <a:lvl2pPr>
              <a:defRPr sz="1800" b="0">
                <a:solidFill>
                  <a:srgbClr val="FFFFFF"/>
                </a:solidFill>
              </a:defRPr>
            </a:lvl2pPr>
            <a:lvl3pPr>
              <a:defRPr sz="1800" b="0">
                <a:solidFill>
                  <a:srgbClr val="FFFFFF"/>
                </a:solidFill>
              </a:defRPr>
            </a:lvl3pPr>
            <a:lvl4pPr>
              <a:defRPr sz="1800" b="0">
                <a:solidFill>
                  <a:srgbClr val="FFFFFF"/>
                </a:solidFill>
              </a:defRPr>
            </a:lvl4pPr>
            <a:lvl5pPr>
              <a:defRPr sz="1800" b="0">
                <a:solidFill>
                  <a:srgbClr val="FFFFFF"/>
                </a:solidFill>
              </a:defRPr>
            </a:lvl5pPr>
            <a:lvl6pPr>
              <a:defRPr sz="1800" b="0">
                <a:solidFill>
                  <a:srgbClr val="FFFFFF"/>
                </a:solidFill>
              </a:defRPr>
            </a:lvl6pPr>
            <a:lvl7pPr>
              <a:defRPr sz="1800" b="0">
                <a:solidFill>
                  <a:srgbClr val="FFFFFF"/>
                </a:solidFill>
              </a:defRPr>
            </a:lvl7pPr>
            <a:lvl8pPr>
              <a:defRPr sz="1800" b="0">
                <a:solidFill>
                  <a:srgbClr val="FFFFFF"/>
                </a:solidFill>
              </a:defRPr>
            </a:lvl8pPr>
            <a:lvl9pPr>
              <a:defRPr sz="180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Translate the object, then inspect whether the pattern follows.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6CBEF6-97D1-45C6-8B8D-A60EB4A54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72D4C1"/>
                </a:solidFill>
              </a:defRPr>
            </a:defPPr>
            <a:lvl1pPr>
              <a:defRPr sz="1725" b="1">
                <a:solidFill>
                  <a:srgbClr val="72D4C1"/>
                </a:solidFill>
              </a:defRPr>
            </a:lvl1pPr>
            <a:lvl2pPr>
              <a:defRPr sz="1725" b="1">
                <a:solidFill>
                  <a:srgbClr val="72D4C1"/>
                </a:solidFill>
              </a:defRPr>
            </a:lvl2pPr>
            <a:lvl3pPr>
              <a:defRPr sz="1725" b="1">
                <a:solidFill>
                  <a:srgbClr val="72D4C1"/>
                </a:solidFill>
              </a:defRPr>
            </a:lvl3pPr>
            <a:lvl4pPr>
              <a:defRPr sz="1725" b="1">
                <a:solidFill>
                  <a:srgbClr val="72D4C1"/>
                </a:solidFill>
              </a:defRPr>
            </a:lvl4pPr>
            <a:lvl5pPr>
              <a:defRPr sz="1725" b="1">
                <a:solidFill>
                  <a:srgbClr val="72D4C1"/>
                </a:solidFill>
              </a:defRPr>
            </a:lvl5pPr>
            <a:lvl6pPr>
              <a:defRPr sz="1725" b="1">
                <a:solidFill>
                  <a:srgbClr val="72D4C1"/>
                </a:solidFill>
              </a:defRPr>
            </a:lvl6pPr>
            <a:lvl7pPr>
              <a:defRPr sz="1725" b="1">
                <a:solidFill>
                  <a:srgbClr val="72D4C1"/>
                </a:solidFill>
              </a:defRPr>
            </a:lvl7pPr>
            <a:lvl8pPr>
              <a:defRPr sz="1725" b="1">
                <a:solidFill>
                  <a:srgbClr val="72D4C1"/>
                </a:solidFill>
              </a:defRPr>
            </a:lvl8pPr>
            <a:lvl9pPr>
              <a:defRPr sz="1725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72D4C1"/>
                </a:solidFill>
              </a:defRPr>
            </a:pPr>
            <a:r>
              <a:rPr sz="1725" b="1">
                <a:solidFill>
                  <a:srgbClr val="72D4C1"/>
                </a:solidFill>
              </a:rPr>
              <a:t>Should this surface pattern move with the object or remain in the world?</a:t>
            </a:r>
          </a:p>
        </p:txBody>
      </p:sp>
    </p:spTree>
    <p:extLst>
      <p:ext uri="{BB962C8B-B14F-4D97-AF65-F5344CB8AC3E}">
        <p14:creationId xmlns:p14="http://schemas.microsoft.com/office/powerpoint/2010/main" val="131744449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A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6308A9-DE61-4604-B5B8-9193B156A9C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29710daa9a40ee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0CBC2E-02CD-4709-AA61-6B65F6A28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62DFF5"/>
                </a:solidFill>
              </a:defRPr>
            </a:defPPr>
            <a:lvl1pPr>
              <a:defRPr sz="1350" b="1">
                <a:solidFill>
                  <a:srgbClr val="62DFF5"/>
                </a:solidFill>
              </a:defRPr>
            </a:lvl1pPr>
            <a:lvl2pPr>
              <a:defRPr sz="1350" b="1">
                <a:solidFill>
                  <a:srgbClr val="62DFF5"/>
                </a:solidFill>
              </a:defRPr>
            </a:lvl2pPr>
            <a:lvl3pPr>
              <a:defRPr sz="1350" b="1">
                <a:solidFill>
                  <a:srgbClr val="62DFF5"/>
                </a:solidFill>
              </a:defRPr>
            </a:lvl3pPr>
            <a:lvl4pPr>
              <a:defRPr sz="1350" b="1">
                <a:solidFill>
                  <a:srgbClr val="62DFF5"/>
                </a:solidFill>
              </a:defRPr>
            </a:lvl4pPr>
            <a:lvl5pPr>
              <a:defRPr sz="1350" b="1">
                <a:solidFill>
                  <a:srgbClr val="62DFF5"/>
                </a:solidFill>
              </a:defRPr>
            </a:lvl5pPr>
            <a:lvl6pPr>
              <a:defRPr sz="1350" b="1">
                <a:solidFill>
                  <a:srgbClr val="62DFF5"/>
                </a:solidFill>
              </a:defRPr>
            </a:lvl6pPr>
            <a:lvl7pPr>
              <a:defRPr sz="1350" b="1">
                <a:solidFill>
                  <a:srgbClr val="62DFF5"/>
                </a:solidFill>
              </a:defRPr>
            </a:lvl7pPr>
            <a:lvl8pPr>
              <a:defRPr sz="1350" b="1">
                <a:solidFill>
                  <a:srgbClr val="62DFF5"/>
                </a:solidFill>
              </a:defRPr>
            </a:lvl8pPr>
            <a:lvl9pPr>
              <a:defRPr sz="1350" b="1">
                <a:solidFill>
                  <a:srgbClr val="62DFF5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62DFF5"/>
                </a:solidFill>
              </a:defRPr>
            </a:pPr>
            <a:r>
              <a:rPr sz="1350" b="1">
                <a:solidFill>
                  <a:srgbClr val="62DFF5"/>
                </a:solidFill>
              </a:rPr>
              <a:t>LAB ROUTE 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29C611-C8AB-4A87-A9C5-5E7239CE8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FFFFF"/>
                </a:solidFill>
              </a:defRPr>
            </a:defPPr>
            <a:lvl1pPr>
              <a:defRPr sz="3150" b="1">
                <a:solidFill>
                  <a:srgbClr val="FFFFFF"/>
                </a:solidFill>
              </a:defRPr>
            </a:lvl1pPr>
            <a:lvl2pPr>
              <a:defRPr sz="3150" b="1">
                <a:solidFill>
                  <a:srgbClr val="FFFFFF"/>
                </a:solidFill>
              </a:defRPr>
            </a:lvl2pPr>
            <a:lvl3pPr>
              <a:defRPr sz="3150" b="1">
                <a:solidFill>
                  <a:srgbClr val="FFFFFF"/>
                </a:solidFill>
              </a:defRPr>
            </a:lvl3pPr>
            <a:lvl4pPr>
              <a:defRPr sz="3150" b="1">
                <a:solidFill>
                  <a:srgbClr val="FFFFFF"/>
                </a:solidFill>
              </a:defRPr>
            </a:lvl4pPr>
            <a:lvl5pPr>
              <a:defRPr sz="3150" b="1">
                <a:solidFill>
                  <a:srgbClr val="FFFFFF"/>
                </a:solidFill>
              </a:defRPr>
            </a:lvl5pPr>
            <a:lvl6pPr>
              <a:defRPr sz="3150" b="1">
                <a:solidFill>
                  <a:srgbClr val="FFFFFF"/>
                </a:solidFill>
              </a:defRPr>
            </a:lvl6pPr>
            <a:lvl7pPr>
              <a:defRPr sz="3150" b="1">
                <a:solidFill>
                  <a:srgbClr val="FFFFFF"/>
                </a:solidFill>
              </a:defRPr>
            </a:lvl7pPr>
            <a:lvl8pPr>
              <a:defRPr sz="3150" b="1">
                <a:solidFill>
                  <a:srgbClr val="FFFFFF"/>
                </a:solidFill>
              </a:defRPr>
            </a:lvl8pPr>
            <a:lvl9pPr>
              <a:defRPr sz="31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Decal projection and receivers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2B123E-87FA-48DC-9AA4-17AFB0292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C4D3E3"/>
                </a:solidFill>
              </a:defRPr>
            </a:defPPr>
            <a:lvl1pPr>
              <a:defRPr sz="1200" b="0">
                <a:solidFill>
                  <a:srgbClr val="C4D3E3"/>
                </a:solidFill>
              </a:defRPr>
            </a:lvl1pPr>
            <a:lvl2pPr>
              <a:defRPr sz="1200" b="0">
                <a:solidFill>
                  <a:srgbClr val="C4D3E3"/>
                </a:solidFill>
              </a:defRPr>
            </a:lvl2pPr>
            <a:lvl3pPr>
              <a:defRPr sz="1200" b="0">
                <a:solidFill>
                  <a:srgbClr val="C4D3E3"/>
                </a:solidFill>
              </a:defRPr>
            </a:lvl3pPr>
            <a:lvl4pPr>
              <a:defRPr sz="1200" b="0">
                <a:solidFill>
                  <a:srgbClr val="C4D3E3"/>
                </a:solidFill>
              </a:defRPr>
            </a:lvl4pPr>
            <a:lvl5pPr>
              <a:defRPr sz="1200" b="0">
                <a:solidFill>
                  <a:srgbClr val="C4D3E3"/>
                </a:solidFill>
              </a:defRPr>
            </a:lvl5pPr>
            <a:lvl6pPr>
              <a:defRPr sz="1200" b="0">
                <a:solidFill>
                  <a:srgbClr val="C4D3E3"/>
                </a:solidFill>
              </a:defRPr>
            </a:lvl6pPr>
            <a:lvl7pPr>
              <a:defRPr sz="1200" b="0">
                <a:solidFill>
                  <a:srgbClr val="C4D3E3"/>
                </a:solidFill>
              </a:defRPr>
            </a:lvl7pPr>
            <a:lvl8pPr>
              <a:defRPr sz="1200" b="0">
                <a:solidFill>
                  <a:srgbClr val="C4D3E3"/>
                </a:solidFill>
              </a:defRPr>
            </a:lvl8pPr>
            <a:lvl9pPr>
              <a:defRPr sz="1200" b="0">
                <a:solidFill>
                  <a:srgbClr val="C4D3E3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C4D3E3"/>
                </a:solidFill>
              </a:defRPr>
            </a:pPr>
            <a:r>
              <a:rPr sz="1200" b="0">
                <a:solidFill>
                  <a:srgbClr val="C4D3E3"/>
                </a:solidFill>
              </a:rPr>
              <a:t>9C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E07FB7-C651-4981-A635-F4B22E4E350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12ce40d75c4a8b"/>
          <a:stretch xmlns:a="http://schemas.openxmlformats.org/drawingml/2006/main"/>
        </p:blipFill>
        <p:spPr>
          <a:xfrm xmlns:a="http://schemas.openxmlformats.org/drawingml/2006/main">
            <a:off x="609600" y="2093119"/>
            <a:ext cx="6477000" cy="364331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974432-8119-45F2-BB1A-90FC7D942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52625"/>
            <a:ext cx="4048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72D4C1"/>
                </a:solidFill>
              </a:defRPr>
            </a:defPPr>
            <a:lvl1pPr>
              <a:defRPr sz="2100" b="1">
                <a:solidFill>
                  <a:srgbClr val="72D4C1"/>
                </a:solidFill>
              </a:defRPr>
            </a:lvl1pPr>
            <a:lvl2pPr>
              <a:defRPr sz="2100" b="1">
                <a:solidFill>
                  <a:srgbClr val="72D4C1"/>
                </a:solidFill>
              </a:defRPr>
            </a:lvl2pPr>
            <a:lvl3pPr>
              <a:defRPr sz="2100" b="1">
                <a:solidFill>
                  <a:srgbClr val="72D4C1"/>
                </a:solidFill>
              </a:defRPr>
            </a:lvl3pPr>
            <a:lvl4pPr>
              <a:defRPr sz="2100" b="1">
                <a:solidFill>
                  <a:srgbClr val="72D4C1"/>
                </a:solidFill>
              </a:defRPr>
            </a:lvl4pPr>
            <a:lvl5pPr>
              <a:defRPr sz="2100" b="1">
                <a:solidFill>
                  <a:srgbClr val="72D4C1"/>
                </a:solidFill>
              </a:defRPr>
            </a:lvl5pPr>
            <a:lvl6pPr>
              <a:defRPr sz="2100" b="1">
                <a:solidFill>
                  <a:srgbClr val="72D4C1"/>
                </a:solidFill>
              </a:defRPr>
            </a:lvl6pPr>
            <a:lvl7pPr>
              <a:defRPr sz="2100" b="1">
                <a:solidFill>
                  <a:srgbClr val="72D4C1"/>
                </a:solidFill>
              </a:defRPr>
            </a:lvl7pPr>
            <a:lvl8pPr>
              <a:defRPr sz="2100" b="1">
                <a:solidFill>
                  <a:srgbClr val="72D4C1"/>
                </a:solidFill>
              </a:defRPr>
            </a:lvl8pPr>
            <a:lvl9pPr>
              <a:defRPr sz="2100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72D4C1"/>
                </a:solidFill>
              </a:defRPr>
            </a:pPr>
            <a:r>
              <a:rPr sz="2100" b="1">
                <a:solidFill>
                  <a:srgbClr val="72D4C1"/>
                </a:solidFill>
              </a:rPr>
              <a:t>Projector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F34A58-EEFE-4A06-8CE8-CF0A466F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62200"/>
            <a:ext cx="4048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FFFFFF"/>
                </a:solidFill>
              </a:defRPr>
            </a:defPPr>
            <a:lvl1pPr>
              <a:defRPr sz="1800" b="0">
                <a:solidFill>
                  <a:srgbClr val="FFFFFF"/>
                </a:solidFill>
              </a:defRPr>
            </a:lvl1pPr>
            <a:lvl2pPr>
              <a:defRPr sz="1800" b="0">
                <a:solidFill>
                  <a:srgbClr val="FFFFFF"/>
                </a:solidFill>
              </a:defRPr>
            </a:lvl2pPr>
            <a:lvl3pPr>
              <a:defRPr sz="1800" b="0">
                <a:solidFill>
                  <a:srgbClr val="FFFFFF"/>
                </a:solidFill>
              </a:defRPr>
            </a:lvl3pPr>
            <a:lvl4pPr>
              <a:defRPr sz="1800" b="0">
                <a:solidFill>
                  <a:srgbClr val="FFFFFF"/>
                </a:solidFill>
              </a:defRPr>
            </a:lvl4pPr>
            <a:lvl5pPr>
              <a:defRPr sz="1800" b="0">
                <a:solidFill>
                  <a:srgbClr val="FFFFFF"/>
                </a:solidFill>
              </a:defRPr>
            </a:lvl5pPr>
            <a:lvl6pPr>
              <a:defRPr sz="1800" b="0">
                <a:solidFill>
                  <a:srgbClr val="FFFFFF"/>
                </a:solidFill>
              </a:defRPr>
            </a:lvl6pPr>
            <a:lvl7pPr>
              <a:defRPr sz="1800" b="0">
                <a:solidFill>
                  <a:srgbClr val="FFFFFF"/>
                </a:solidFill>
              </a:defRPr>
            </a:lvl7pPr>
            <a:lvl8pPr>
              <a:defRPr sz="1800" b="0">
                <a:solidFill>
                  <a:srgbClr val="FFFFFF"/>
                </a:solidFill>
              </a:defRPr>
            </a:lvl8pPr>
            <a:lvl9pPr>
              <a:defRPr sz="180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Material assignment, direction and volume bounds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0E0B03-DD13-4C60-8D87-428B3DF82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86125"/>
            <a:ext cx="4048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72D4C1"/>
                </a:solidFill>
              </a:defRPr>
            </a:defPPr>
            <a:lvl1pPr>
              <a:defRPr sz="2100" b="1">
                <a:solidFill>
                  <a:srgbClr val="72D4C1"/>
                </a:solidFill>
              </a:defRPr>
            </a:lvl1pPr>
            <a:lvl2pPr>
              <a:defRPr sz="2100" b="1">
                <a:solidFill>
                  <a:srgbClr val="72D4C1"/>
                </a:solidFill>
              </a:defRPr>
            </a:lvl2pPr>
            <a:lvl3pPr>
              <a:defRPr sz="2100" b="1">
                <a:solidFill>
                  <a:srgbClr val="72D4C1"/>
                </a:solidFill>
              </a:defRPr>
            </a:lvl3pPr>
            <a:lvl4pPr>
              <a:defRPr sz="2100" b="1">
                <a:solidFill>
                  <a:srgbClr val="72D4C1"/>
                </a:solidFill>
              </a:defRPr>
            </a:lvl4pPr>
            <a:lvl5pPr>
              <a:defRPr sz="2100" b="1">
                <a:solidFill>
                  <a:srgbClr val="72D4C1"/>
                </a:solidFill>
              </a:defRPr>
            </a:lvl5pPr>
            <a:lvl6pPr>
              <a:defRPr sz="2100" b="1">
                <a:solidFill>
                  <a:srgbClr val="72D4C1"/>
                </a:solidFill>
              </a:defRPr>
            </a:lvl6pPr>
            <a:lvl7pPr>
              <a:defRPr sz="2100" b="1">
                <a:solidFill>
                  <a:srgbClr val="72D4C1"/>
                </a:solidFill>
              </a:defRPr>
            </a:lvl7pPr>
            <a:lvl8pPr>
              <a:defRPr sz="2100" b="1">
                <a:solidFill>
                  <a:srgbClr val="72D4C1"/>
                </a:solidFill>
              </a:defRPr>
            </a:lvl8pPr>
            <a:lvl9pPr>
              <a:defRPr sz="2100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72D4C1"/>
                </a:solidFill>
              </a:defRPr>
            </a:pPr>
            <a:r>
              <a:rPr sz="2100" b="1">
                <a:solidFill>
                  <a:srgbClr val="72D4C1"/>
                </a:solidFill>
              </a:rPr>
              <a:t>Receiver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553265-2A40-46E7-BDE1-48112BA37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95700"/>
            <a:ext cx="4048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FFFFFF"/>
                </a:solidFill>
              </a:defRPr>
            </a:defPPr>
            <a:lvl1pPr>
              <a:defRPr sz="1800" b="0">
                <a:solidFill>
                  <a:srgbClr val="FFFFFF"/>
                </a:solidFill>
              </a:defRPr>
            </a:lvl1pPr>
            <a:lvl2pPr>
              <a:defRPr sz="1800" b="0">
                <a:solidFill>
                  <a:srgbClr val="FFFFFF"/>
                </a:solidFill>
              </a:defRPr>
            </a:lvl2pPr>
            <a:lvl3pPr>
              <a:defRPr sz="1800" b="0">
                <a:solidFill>
                  <a:srgbClr val="FFFFFF"/>
                </a:solidFill>
              </a:defRPr>
            </a:lvl3pPr>
            <a:lvl4pPr>
              <a:defRPr sz="1800" b="0">
                <a:solidFill>
                  <a:srgbClr val="FFFFFF"/>
                </a:solidFill>
              </a:defRPr>
            </a:lvl4pPr>
            <a:lvl5pPr>
              <a:defRPr sz="1800" b="0">
                <a:solidFill>
                  <a:srgbClr val="FFFFFF"/>
                </a:solidFill>
              </a:defRPr>
            </a:lvl5pPr>
            <a:lvl6pPr>
              <a:defRPr sz="1800" b="0">
                <a:solidFill>
                  <a:srgbClr val="FFFFFF"/>
                </a:solidFill>
              </a:defRPr>
            </a:lvl6pPr>
            <a:lvl7pPr>
              <a:defRPr sz="1800" b="0">
                <a:solidFill>
                  <a:srgbClr val="FFFFFF"/>
                </a:solidFill>
              </a:defRPr>
            </a:lvl7pPr>
            <a:lvl8pPr>
              <a:defRPr sz="1800" b="0">
                <a:solidFill>
                  <a:srgbClr val="FFFFFF"/>
                </a:solidFill>
              </a:defRPr>
            </a:lvl8pPr>
            <a:lvl9pPr>
              <a:defRPr sz="180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Receives Decals + the material’s Decal Response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040910-2FAB-4F67-A122-3DB3224CA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619625"/>
            <a:ext cx="4048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72D4C1"/>
                </a:solidFill>
              </a:defRPr>
            </a:defPPr>
            <a:lvl1pPr>
              <a:defRPr sz="2100" b="1">
                <a:solidFill>
                  <a:srgbClr val="72D4C1"/>
                </a:solidFill>
              </a:defRPr>
            </a:lvl1pPr>
            <a:lvl2pPr>
              <a:defRPr sz="2100" b="1">
                <a:solidFill>
                  <a:srgbClr val="72D4C1"/>
                </a:solidFill>
              </a:defRPr>
            </a:lvl2pPr>
            <a:lvl3pPr>
              <a:defRPr sz="2100" b="1">
                <a:solidFill>
                  <a:srgbClr val="72D4C1"/>
                </a:solidFill>
              </a:defRPr>
            </a:lvl3pPr>
            <a:lvl4pPr>
              <a:defRPr sz="2100" b="1">
                <a:solidFill>
                  <a:srgbClr val="72D4C1"/>
                </a:solidFill>
              </a:defRPr>
            </a:lvl4pPr>
            <a:lvl5pPr>
              <a:defRPr sz="2100" b="1">
                <a:solidFill>
                  <a:srgbClr val="72D4C1"/>
                </a:solidFill>
              </a:defRPr>
            </a:lvl5pPr>
            <a:lvl6pPr>
              <a:defRPr sz="2100" b="1">
                <a:solidFill>
                  <a:srgbClr val="72D4C1"/>
                </a:solidFill>
              </a:defRPr>
            </a:lvl6pPr>
            <a:lvl7pPr>
              <a:defRPr sz="2100" b="1">
                <a:solidFill>
                  <a:srgbClr val="72D4C1"/>
                </a:solidFill>
              </a:defRPr>
            </a:lvl7pPr>
            <a:lvl8pPr>
              <a:defRPr sz="2100" b="1">
                <a:solidFill>
                  <a:srgbClr val="72D4C1"/>
                </a:solidFill>
              </a:defRPr>
            </a:lvl8pPr>
            <a:lvl9pPr>
              <a:defRPr sz="2100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72D4C1"/>
                </a:solidFill>
              </a:defRPr>
            </a:pPr>
            <a:r>
              <a:rPr sz="2100" b="1">
                <a:solidFill>
                  <a:srgbClr val="72D4C1"/>
                </a:solidFill>
              </a:rPr>
              <a:t>Controlled test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7E93A9-01FC-40CE-92A0-E1E3CFE7D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029200"/>
            <a:ext cx="4048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FFFFFF"/>
                </a:solidFill>
              </a:defRPr>
            </a:defPPr>
            <a:lvl1pPr>
              <a:defRPr sz="1800" b="0">
                <a:solidFill>
                  <a:srgbClr val="FFFFFF"/>
                </a:solidFill>
              </a:defRPr>
            </a:lvl1pPr>
            <a:lvl2pPr>
              <a:defRPr sz="1800" b="0">
                <a:solidFill>
                  <a:srgbClr val="FFFFFF"/>
                </a:solidFill>
              </a:defRPr>
            </a:lvl2pPr>
            <a:lvl3pPr>
              <a:defRPr sz="1800" b="0">
                <a:solidFill>
                  <a:srgbClr val="FFFFFF"/>
                </a:solidFill>
              </a:defRPr>
            </a:lvl3pPr>
            <a:lvl4pPr>
              <a:defRPr sz="1800" b="0">
                <a:solidFill>
                  <a:srgbClr val="FFFFFF"/>
                </a:solidFill>
              </a:defRPr>
            </a:lvl4pPr>
            <a:lvl5pPr>
              <a:defRPr sz="1800" b="0">
                <a:solidFill>
                  <a:srgbClr val="FFFFFF"/>
                </a:solidFill>
              </a:defRPr>
            </a:lvl5pPr>
            <a:lvl6pPr>
              <a:defRPr sz="1800" b="0">
                <a:solidFill>
                  <a:srgbClr val="FFFFFF"/>
                </a:solidFill>
              </a:defRPr>
            </a:lvl6pPr>
            <a:lvl7pPr>
              <a:defRPr sz="1800" b="0">
                <a:solidFill>
                  <a:srgbClr val="FFFFFF"/>
                </a:solidFill>
              </a:defRPr>
            </a:lvl7pPr>
            <a:lvl8pPr>
              <a:defRPr sz="1800" b="0">
                <a:solidFill>
                  <a:srgbClr val="FFFFFF"/>
                </a:solidFill>
              </a:defRPr>
            </a:lvl8pPr>
            <a:lvl9pPr>
              <a:defRPr sz="180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MI_10_RoughnessDecal: Roughness 0.03 versus 0.8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ED9479-E878-44AD-B8A0-1D1BC00AC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72D4C1"/>
                </a:solidFill>
              </a:defRPr>
            </a:defPPr>
            <a:lvl1pPr>
              <a:defRPr sz="1725" b="1">
                <a:solidFill>
                  <a:srgbClr val="72D4C1"/>
                </a:solidFill>
              </a:defRPr>
            </a:lvl1pPr>
            <a:lvl2pPr>
              <a:defRPr sz="1725" b="1">
                <a:solidFill>
                  <a:srgbClr val="72D4C1"/>
                </a:solidFill>
              </a:defRPr>
            </a:lvl2pPr>
            <a:lvl3pPr>
              <a:defRPr sz="1725" b="1">
                <a:solidFill>
                  <a:srgbClr val="72D4C1"/>
                </a:solidFill>
              </a:defRPr>
            </a:lvl3pPr>
            <a:lvl4pPr>
              <a:defRPr sz="1725" b="1">
                <a:solidFill>
                  <a:srgbClr val="72D4C1"/>
                </a:solidFill>
              </a:defRPr>
            </a:lvl4pPr>
            <a:lvl5pPr>
              <a:defRPr sz="1725" b="1">
                <a:solidFill>
                  <a:srgbClr val="72D4C1"/>
                </a:solidFill>
              </a:defRPr>
            </a:lvl5pPr>
            <a:lvl6pPr>
              <a:defRPr sz="1725" b="1">
                <a:solidFill>
                  <a:srgbClr val="72D4C1"/>
                </a:solidFill>
              </a:defRPr>
            </a:lvl6pPr>
            <a:lvl7pPr>
              <a:defRPr sz="1725" b="1">
                <a:solidFill>
                  <a:srgbClr val="72D4C1"/>
                </a:solidFill>
              </a:defRPr>
            </a:lvl7pPr>
            <a:lvl8pPr>
              <a:defRPr sz="1725" b="1">
                <a:solidFill>
                  <a:srgbClr val="72D4C1"/>
                </a:solidFill>
              </a:defRPr>
            </a:lvl8pPr>
            <a:lvl9pPr>
              <a:defRPr sz="1725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72D4C1"/>
                </a:solidFill>
              </a:defRPr>
            </a:pPr>
            <a:r>
              <a:rPr sz="1725" b="1">
                <a:solidFill>
                  <a:srgbClr val="72D4C1"/>
                </a:solidFill>
              </a:rPr>
              <a:t>Why might a roughness-only decal show no obvious color patch?</a:t>
            </a:r>
          </a:p>
        </p:txBody>
      </p:sp>
    </p:spTree>
    <p:extLst>
      <p:ext uri="{BB962C8B-B14F-4D97-AF65-F5344CB8AC3E}">
        <p14:creationId xmlns:p14="http://schemas.microsoft.com/office/powerpoint/2010/main" val="114352639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A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59E034-1CE9-4A22-B18D-0D95F3212F2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f533a09d3d449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22E4A4-6D1E-4882-8751-A393D2063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62DFF5"/>
                </a:solidFill>
              </a:defRPr>
            </a:defPPr>
            <a:lvl1pPr>
              <a:defRPr sz="1350" b="1">
                <a:solidFill>
                  <a:srgbClr val="62DFF5"/>
                </a:solidFill>
              </a:defRPr>
            </a:lvl1pPr>
            <a:lvl2pPr>
              <a:defRPr sz="1350" b="1">
                <a:solidFill>
                  <a:srgbClr val="62DFF5"/>
                </a:solidFill>
              </a:defRPr>
            </a:lvl2pPr>
            <a:lvl3pPr>
              <a:defRPr sz="1350" b="1">
                <a:solidFill>
                  <a:srgbClr val="62DFF5"/>
                </a:solidFill>
              </a:defRPr>
            </a:lvl3pPr>
            <a:lvl4pPr>
              <a:defRPr sz="1350" b="1">
                <a:solidFill>
                  <a:srgbClr val="62DFF5"/>
                </a:solidFill>
              </a:defRPr>
            </a:lvl4pPr>
            <a:lvl5pPr>
              <a:defRPr sz="1350" b="1">
                <a:solidFill>
                  <a:srgbClr val="62DFF5"/>
                </a:solidFill>
              </a:defRPr>
            </a:lvl5pPr>
            <a:lvl6pPr>
              <a:defRPr sz="1350" b="1">
                <a:solidFill>
                  <a:srgbClr val="62DFF5"/>
                </a:solidFill>
              </a:defRPr>
            </a:lvl6pPr>
            <a:lvl7pPr>
              <a:defRPr sz="1350" b="1">
                <a:solidFill>
                  <a:srgbClr val="62DFF5"/>
                </a:solidFill>
              </a:defRPr>
            </a:lvl7pPr>
            <a:lvl8pPr>
              <a:defRPr sz="1350" b="1">
                <a:solidFill>
                  <a:srgbClr val="62DFF5"/>
                </a:solidFill>
              </a:defRPr>
            </a:lvl8pPr>
            <a:lvl9pPr>
              <a:defRPr sz="1350" b="1">
                <a:solidFill>
                  <a:srgbClr val="62DFF5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62DFF5"/>
                </a:solidFill>
              </a:defRPr>
            </a:pPr>
            <a:r>
              <a:rPr sz="1350" b="1">
                <a:solidFill>
                  <a:srgbClr val="62DFF5"/>
                </a:solidFill>
              </a:rPr>
              <a:t>REUSABLE LAYERS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90F3B0-E7B5-49E7-B815-E821D182D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FFFFF"/>
                </a:solidFill>
              </a:defRPr>
            </a:defPPr>
            <a:lvl1pPr>
              <a:defRPr sz="3150" b="1">
                <a:solidFill>
                  <a:srgbClr val="FFFFFF"/>
                </a:solidFill>
              </a:defRPr>
            </a:lvl1pPr>
            <a:lvl2pPr>
              <a:defRPr sz="3150" b="1">
                <a:solidFill>
                  <a:srgbClr val="FFFFFF"/>
                </a:solidFill>
              </a:defRPr>
            </a:lvl2pPr>
            <a:lvl3pPr>
              <a:defRPr sz="3150" b="1">
                <a:solidFill>
                  <a:srgbClr val="FFFFFF"/>
                </a:solidFill>
              </a:defRPr>
            </a:lvl3pPr>
            <a:lvl4pPr>
              <a:defRPr sz="3150" b="1">
                <a:solidFill>
                  <a:srgbClr val="FFFFFF"/>
                </a:solidFill>
              </a:defRPr>
            </a:lvl4pPr>
            <a:lvl5pPr>
              <a:defRPr sz="3150" b="1">
                <a:solidFill>
                  <a:srgbClr val="FFFFFF"/>
                </a:solidFill>
              </a:defRPr>
            </a:lvl5pPr>
            <a:lvl6pPr>
              <a:defRPr sz="3150" b="1">
                <a:solidFill>
                  <a:srgbClr val="FFFFFF"/>
                </a:solidFill>
              </a:defRPr>
            </a:lvl6pPr>
            <a:lvl7pPr>
              <a:defRPr sz="3150" b="1">
                <a:solidFill>
                  <a:srgbClr val="FFFFFF"/>
                </a:solidFill>
              </a:defRPr>
            </a:lvl7pPr>
            <a:lvl8pPr>
              <a:defRPr sz="3150" b="1">
                <a:solidFill>
                  <a:srgbClr val="FFFFFF"/>
                </a:solidFill>
              </a:defRPr>
            </a:lvl8pPr>
            <a:lvl9pPr>
              <a:defRPr sz="31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Material layers and blends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8E3194-DD01-42B2-8EA9-4A9082D78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C4D3E3"/>
                </a:solidFill>
              </a:defRPr>
            </a:defPPr>
            <a:lvl1pPr>
              <a:defRPr sz="1200" b="0">
                <a:solidFill>
                  <a:srgbClr val="C4D3E3"/>
                </a:solidFill>
              </a:defRPr>
            </a:lvl1pPr>
            <a:lvl2pPr>
              <a:defRPr sz="1200" b="0">
                <a:solidFill>
                  <a:srgbClr val="C4D3E3"/>
                </a:solidFill>
              </a:defRPr>
            </a:lvl2pPr>
            <a:lvl3pPr>
              <a:defRPr sz="1200" b="0">
                <a:solidFill>
                  <a:srgbClr val="C4D3E3"/>
                </a:solidFill>
              </a:defRPr>
            </a:lvl3pPr>
            <a:lvl4pPr>
              <a:defRPr sz="1200" b="0">
                <a:solidFill>
                  <a:srgbClr val="C4D3E3"/>
                </a:solidFill>
              </a:defRPr>
            </a:lvl4pPr>
            <a:lvl5pPr>
              <a:defRPr sz="1200" b="0">
                <a:solidFill>
                  <a:srgbClr val="C4D3E3"/>
                </a:solidFill>
              </a:defRPr>
            </a:lvl5pPr>
            <a:lvl6pPr>
              <a:defRPr sz="1200" b="0">
                <a:solidFill>
                  <a:srgbClr val="C4D3E3"/>
                </a:solidFill>
              </a:defRPr>
            </a:lvl6pPr>
            <a:lvl7pPr>
              <a:defRPr sz="1200" b="0">
                <a:solidFill>
                  <a:srgbClr val="C4D3E3"/>
                </a:solidFill>
              </a:defRPr>
            </a:lvl7pPr>
            <a:lvl8pPr>
              <a:defRPr sz="1200" b="0">
                <a:solidFill>
                  <a:srgbClr val="C4D3E3"/>
                </a:solidFill>
              </a:defRPr>
            </a:lvl8pPr>
            <a:lvl9pPr>
              <a:defRPr sz="1200" b="0">
                <a:solidFill>
                  <a:srgbClr val="C4D3E3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C4D3E3"/>
                </a:solidFill>
              </a:defRPr>
            </a:pPr>
            <a:r>
              <a:rPr sz="1200" b="0">
                <a:solidFill>
                  <a:srgbClr val="C4D3E3"/>
                </a:solidFill>
              </a:rPr>
              <a:t>9D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6C559C-E7BB-423A-A4AB-AFA2776961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6fedd373124866"/>
          <a:stretch xmlns:a="http://schemas.openxmlformats.org/drawingml/2006/main"/>
        </p:blipFill>
        <p:spPr>
          <a:xfrm xmlns:a="http://schemas.openxmlformats.org/drawingml/2006/main">
            <a:off x="609600" y="2093119"/>
            <a:ext cx="6477000" cy="364331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69390C-7A98-404E-B3AF-C8407735E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52625"/>
            <a:ext cx="4048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72D4C1"/>
                </a:solidFill>
              </a:defRPr>
            </a:defPPr>
            <a:lvl1pPr>
              <a:defRPr sz="2100" b="1">
                <a:solidFill>
                  <a:srgbClr val="72D4C1"/>
                </a:solidFill>
              </a:defRPr>
            </a:lvl1pPr>
            <a:lvl2pPr>
              <a:defRPr sz="2100" b="1">
                <a:solidFill>
                  <a:srgbClr val="72D4C1"/>
                </a:solidFill>
              </a:defRPr>
            </a:lvl2pPr>
            <a:lvl3pPr>
              <a:defRPr sz="2100" b="1">
                <a:solidFill>
                  <a:srgbClr val="72D4C1"/>
                </a:solidFill>
              </a:defRPr>
            </a:lvl3pPr>
            <a:lvl4pPr>
              <a:defRPr sz="2100" b="1">
                <a:solidFill>
                  <a:srgbClr val="72D4C1"/>
                </a:solidFill>
              </a:defRPr>
            </a:lvl4pPr>
            <a:lvl5pPr>
              <a:defRPr sz="2100" b="1">
                <a:solidFill>
                  <a:srgbClr val="72D4C1"/>
                </a:solidFill>
              </a:defRPr>
            </a:lvl5pPr>
            <a:lvl6pPr>
              <a:defRPr sz="2100" b="1">
                <a:solidFill>
                  <a:srgbClr val="72D4C1"/>
                </a:solidFill>
              </a:defRPr>
            </a:lvl6pPr>
            <a:lvl7pPr>
              <a:defRPr sz="2100" b="1">
                <a:solidFill>
                  <a:srgbClr val="72D4C1"/>
                </a:solidFill>
              </a:defRPr>
            </a:lvl7pPr>
            <a:lvl8pPr>
              <a:defRPr sz="2100" b="1">
                <a:solidFill>
                  <a:srgbClr val="72D4C1"/>
                </a:solidFill>
              </a:defRPr>
            </a:lvl8pPr>
            <a:lvl9pPr>
              <a:defRPr sz="2100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72D4C1"/>
                </a:solidFill>
              </a:defRPr>
            </a:pPr>
            <a:r>
              <a:rPr sz="2100" b="1">
                <a:solidFill>
                  <a:srgbClr val="72D4C1"/>
                </a:solidFill>
              </a:rPr>
              <a:t>Surface layer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60D9BC-FEA6-41CB-B6B4-AE88D1CF8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62200"/>
            <a:ext cx="4048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FFFFFF"/>
                </a:solidFill>
              </a:defRPr>
            </a:defPPr>
            <a:lvl1pPr>
              <a:defRPr sz="1800" b="0">
                <a:solidFill>
                  <a:srgbClr val="FFFFFF"/>
                </a:solidFill>
              </a:defRPr>
            </a:lvl1pPr>
            <a:lvl2pPr>
              <a:defRPr sz="1800" b="0">
                <a:solidFill>
                  <a:srgbClr val="FFFFFF"/>
                </a:solidFill>
              </a:defRPr>
            </a:lvl2pPr>
            <a:lvl3pPr>
              <a:defRPr sz="1800" b="0">
                <a:solidFill>
                  <a:srgbClr val="FFFFFF"/>
                </a:solidFill>
              </a:defRPr>
            </a:lvl3pPr>
            <a:lvl4pPr>
              <a:defRPr sz="1800" b="0">
                <a:solidFill>
                  <a:srgbClr val="FFFFFF"/>
                </a:solidFill>
              </a:defRPr>
            </a:lvl4pPr>
            <a:lvl5pPr>
              <a:defRPr sz="1800" b="0">
                <a:solidFill>
                  <a:srgbClr val="FFFFFF"/>
                </a:solidFill>
              </a:defRPr>
            </a:lvl5pPr>
            <a:lvl6pPr>
              <a:defRPr sz="1800" b="0">
                <a:solidFill>
                  <a:srgbClr val="FFFFFF"/>
                </a:solidFill>
              </a:defRPr>
            </a:lvl6pPr>
            <a:lvl7pPr>
              <a:defRPr sz="1800" b="0">
                <a:solidFill>
                  <a:srgbClr val="FFFFFF"/>
                </a:solidFill>
              </a:defRPr>
            </a:lvl7pPr>
            <a:lvl8pPr>
              <a:defRPr sz="1800" b="0">
                <a:solidFill>
                  <a:srgbClr val="FFFFFF"/>
                </a:solidFill>
              </a:defRPr>
            </a:lvl8pPr>
            <a:lvl9pPr>
              <a:defRPr sz="180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Defines the surface attributes.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4DE53E-B423-4429-9478-FF51D8927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86125"/>
            <a:ext cx="4048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72D4C1"/>
                </a:solidFill>
              </a:defRPr>
            </a:defPPr>
            <a:lvl1pPr>
              <a:defRPr sz="2100" b="1">
                <a:solidFill>
                  <a:srgbClr val="72D4C1"/>
                </a:solidFill>
              </a:defRPr>
            </a:lvl1pPr>
            <a:lvl2pPr>
              <a:defRPr sz="2100" b="1">
                <a:solidFill>
                  <a:srgbClr val="72D4C1"/>
                </a:solidFill>
              </a:defRPr>
            </a:lvl2pPr>
            <a:lvl3pPr>
              <a:defRPr sz="2100" b="1">
                <a:solidFill>
                  <a:srgbClr val="72D4C1"/>
                </a:solidFill>
              </a:defRPr>
            </a:lvl3pPr>
            <a:lvl4pPr>
              <a:defRPr sz="2100" b="1">
                <a:solidFill>
                  <a:srgbClr val="72D4C1"/>
                </a:solidFill>
              </a:defRPr>
            </a:lvl4pPr>
            <a:lvl5pPr>
              <a:defRPr sz="2100" b="1">
                <a:solidFill>
                  <a:srgbClr val="72D4C1"/>
                </a:solidFill>
              </a:defRPr>
            </a:lvl5pPr>
            <a:lvl6pPr>
              <a:defRPr sz="2100" b="1">
                <a:solidFill>
                  <a:srgbClr val="72D4C1"/>
                </a:solidFill>
              </a:defRPr>
            </a:lvl6pPr>
            <a:lvl7pPr>
              <a:defRPr sz="2100" b="1">
                <a:solidFill>
                  <a:srgbClr val="72D4C1"/>
                </a:solidFill>
              </a:defRPr>
            </a:lvl7pPr>
            <a:lvl8pPr>
              <a:defRPr sz="2100" b="1">
                <a:solidFill>
                  <a:srgbClr val="72D4C1"/>
                </a:solidFill>
              </a:defRPr>
            </a:lvl8pPr>
            <a:lvl9pPr>
              <a:defRPr sz="2100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72D4C1"/>
                </a:solidFill>
              </a:defRPr>
            </a:pPr>
            <a:r>
              <a:rPr sz="2100" b="1">
                <a:solidFill>
                  <a:srgbClr val="72D4C1"/>
                </a:solidFill>
              </a:rPr>
              <a:t>Layer blend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9FF3F0-86D8-4BC8-BC27-37389F657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95700"/>
            <a:ext cx="4048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FFFFFF"/>
                </a:solidFill>
              </a:defRPr>
            </a:defPPr>
            <a:lvl1pPr>
              <a:defRPr sz="1800" b="0">
                <a:solidFill>
                  <a:srgbClr val="FFFFFF"/>
                </a:solidFill>
              </a:defRPr>
            </a:lvl1pPr>
            <a:lvl2pPr>
              <a:defRPr sz="1800" b="0">
                <a:solidFill>
                  <a:srgbClr val="FFFFFF"/>
                </a:solidFill>
              </a:defRPr>
            </a:lvl2pPr>
            <a:lvl3pPr>
              <a:defRPr sz="1800" b="0">
                <a:solidFill>
                  <a:srgbClr val="FFFFFF"/>
                </a:solidFill>
              </a:defRPr>
            </a:lvl3pPr>
            <a:lvl4pPr>
              <a:defRPr sz="1800" b="0">
                <a:solidFill>
                  <a:srgbClr val="FFFFFF"/>
                </a:solidFill>
              </a:defRPr>
            </a:lvl4pPr>
            <a:lvl5pPr>
              <a:defRPr sz="1800" b="0">
                <a:solidFill>
                  <a:srgbClr val="FFFFFF"/>
                </a:solidFill>
              </a:defRPr>
            </a:lvl5pPr>
            <a:lvl6pPr>
              <a:defRPr sz="1800" b="0">
                <a:solidFill>
                  <a:srgbClr val="FFFFFF"/>
                </a:solidFill>
              </a:defRPr>
            </a:lvl6pPr>
            <a:lvl7pPr>
              <a:defRPr sz="1800" b="0">
                <a:solidFill>
                  <a:srgbClr val="FFFFFF"/>
                </a:solidFill>
              </a:defRPr>
            </a:lvl7pPr>
            <a:lvl8pPr>
              <a:defRPr sz="1800" b="0">
                <a:solidFill>
                  <a:srgbClr val="FFFFFF"/>
                </a:solidFill>
              </a:defRPr>
            </a:lvl8pPr>
            <a:lvl9pPr>
              <a:defRPr sz="180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Defines how the next surface contributes.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FB0944-4AEB-4248-9D32-2482BA9EF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619625"/>
            <a:ext cx="4048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72D4C1"/>
                </a:solidFill>
              </a:defRPr>
            </a:defPPr>
            <a:lvl1pPr>
              <a:defRPr sz="2100" b="1">
                <a:solidFill>
                  <a:srgbClr val="72D4C1"/>
                </a:solidFill>
              </a:defRPr>
            </a:lvl1pPr>
            <a:lvl2pPr>
              <a:defRPr sz="2100" b="1">
                <a:solidFill>
                  <a:srgbClr val="72D4C1"/>
                </a:solidFill>
              </a:defRPr>
            </a:lvl2pPr>
            <a:lvl3pPr>
              <a:defRPr sz="2100" b="1">
                <a:solidFill>
                  <a:srgbClr val="72D4C1"/>
                </a:solidFill>
              </a:defRPr>
            </a:lvl3pPr>
            <a:lvl4pPr>
              <a:defRPr sz="2100" b="1">
                <a:solidFill>
                  <a:srgbClr val="72D4C1"/>
                </a:solidFill>
              </a:defRPr>
            </a:lvl4pPr>
            <a:lvl5pPr>
              <a:defRPr sz="2100" b="1">
                <a:solidFill>
                  <a:srgbClr val="72D4C1"/>
                </a:solidFill>
              </a:defRPr>
            </a:lvl5pPr>
            <a:lvl6pPr>
              <a:defRPr sz="2100" b="1">
                <a:solidFill>
                  <a:srgbClr val="72D4C1"/>
                </a:solidFill>
              </a:defRPr>
            </a:lvl6pPr>
            <a:lvl7pPr>
              <a:defRPr sz="2100" b="1">
                <a:solidFill>
                  <a:srgbClr val="72D4C1"/>
                </a:solidFill>
              </a:defRPr>
            </a:lvl7pPr>
            <a:lvl8pPr>
              <a:defRPr sz="2100" b="1">
                <a:solidFill>
                  <a:srgbClr val="72D4C1"/>
                </a:solidFill>
              </a:defRPr>
            </a:lvl8pPr>
            <a:lvl9pPr>
              <a:defRPr sz="2100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72D4C1"/>
                </a:solidFill>
              </a:defRPr>
            </a:pPr>
            <a:r>
              <a:rPr sz="2100" b="1">
                <a:solidFill>
                  <a:srgbClr val="72D4C1"/>
                </a:solidFill>
              </a:rPr>
              <a:t>Instance controls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AF864C-6165-4473-8D31-7981B4BE3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029200"/>
            <a:ext cx="4048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FFFFFF"/>
                </a:solidFill>
              </a:defRPr>
            </a:defPPr>
            <a:lvl1pPr>
              <a:defRPr sz="1800" b="0">
                <a:solidFill>
                  <a:srgbClr val="FFFFFF"/>
                </a:solidFill>
              </a:defRPr>
            </a:lvl1pPr>
            <a:lvl2pPr>
              <a:defRPr sz="1800" b="0">
                <a:solidFill>
                  <a:srgbClr val="FFFFFF"/>
                </a:solidFill>
              </a:defRPr>
            </a:lvl2pPr>
            <a:lvl3pPr>
              <a:defRPr sz="1800" b="0">
                <a:solidFill>
                  <a:srgbClr val="FFFFFF"/>
                </a:solidFill>
              </a:defRPr>
            </a:lvl3pPr>
            <a:lvl4pPr>
              <a:defRPr sz="1800" b="0">
                <a:solidFill>
                  <a:srgbClr val="FFFFFF"/>
                </a:solidFill>
              </a:defRPr>
            </a:lvl4pPr>
            <a:lvl5pPr>
              <a:defRPr sz="1800" b="0">
                <a:solidFill>
                  <a:srgbClr val="FFFFFF"/>
                </a:solidFill>
              </a:defRPr>
            </a:lvl5pPr>
            <a:lvl6pPr>
              <a:defRPr sz="1800" b="0">
                <a:solidFill>
                  <a:srgbClr val="FFFFFF"/>
                </a:solidFill>
              </a:defRPr>
            </a:lvl6pPr>
            <a:lvl7pPr>
              <a:defRPr sz="1800" b="0">
                <a:solidFill>
                  <a:srgbClr val="FFFFFF"/>
                </a:solidFill>
              </a:defRPr>
            </a:lvl7pPr>
            <a:lvl8pPr>
              <a:defRPr sz="1800" b="0">
                <a:solidFill>
                  <a:srgbClr val="FFFFFF"/>
                </a:solidFill>
              </a:defRPr>
            </a:lvl8pPr>
            <a:lvl9pPr>
              <a:defRPr sz="180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MI_12_Layers_0/1/2 → Layer Parameters → Transition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230AE6-6AE7-4DF1-B231-B04DE35AB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72D4C1"/>
                </a:solidFill>
              </a:defRPr>
            </a:defPPr>
            <a:lvl1pPr>
              <a:defRPr sz="1725" b="1">
                <a:solidFill>
                  <a:srgbClr val="72D4C1"/>
                </a:solidFill>
              </a:defRPr>
            </a:lvl1pPr>
            <a:lvl2pPr>
              <a:defRPr sz="1725" b="1">
                <a:solidFill>
                  <a:srgbClr val="72D4C1"/>
                </a:solidFill>
              </a:defRPr>
            </a:lvl2pPr>
            <a:lvl3pPr>
              <a:defRPr sz="1725" b="1">
                <a:solidFill>
                  <a:srgbClr val="72D4C1"/>
                </a:solidFill>
              </a:defRPr>
            </a:lvl3pPr>
            <a:lvl4pPr>
              <a:defRPr sz="1725" b="1">
                <a:solidFill>
                  <a:srgbClr val="72D4C1"/>
                </a:solidFill>
              </a:defRPr>
            </a:lvl4pPr>
            <a:lvl5pPr>
              <a:defRPr sz="1725" b="1">
                <a:solidFill>
                  <a:srgbClr val="72D4C1"/>
                </a:solidFill>
              </a:defRPr>
            </a:lvl5pPr>
            <a:lvl6pPr>
              <a:defRPr sz="1725" b="1">
                <a:solidFill>
                  <a:srgbClr val="72D4C1"/>
                </a:solidFill>
              </a:defRPr>
            </a:lvl6pPr>
            <a:lvl7pPr>
              <a:defRPr sz="1725" b="1">
                <a:solidFill>
                  <a:srgbClr val="72D4C1"/>
                </a:solidFill>
              </a:defRPr>
            </a:lvl7pPr>
            <a:lvl8pPr>
              <a:defRPr sz="1725" b="1">
                <a:solidFill>
                  <a:srgbClr val="72D4C1"/>
                </a:solidFill>
              </a:defRPr>
            </a:lvl8pPr>
            <a:lvl9pPr>
              <a:defRPr sz="1725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72D4C1"/>
                </a:solidFill>
              </a:defRPr>
            </a:pPr>
            <a:r>
              <a:rPr sz="1725" b="1">
                <a:solidFill>
                  <a:srgbClr val="72D4C1"/>
                </a:solidFill>
              </a:rPr>
              <a:t>If a parameter name repeats, what else identifies the correct control?</a:t>
            </a:r>
          </a:p>
        </p:txBody>
      </p:sp>
    </p:spTree>
    <p:extLst>
      <p:ext uri="{BB962C8B-B14F-4D97-AF65-F5344CB8AC3E}">
        <p14:creationId xmlns:p14="http://schemas.microsoft.com/office/powerpoint/2010/main" val="31574660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A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E9E7C0-7819-49B4-8FDC-2AE2E14E315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039c6a4fe64a68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755411-450F-4130-9309-BEDF82B26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62DFF5"/>
                </a:solidFill>
              </a:defRPr>
            </a:defPPr>
            <a:lvl1pPr>
              <a:defRPr sz="1350" b="1">
                <a:solidFill>
                  <a:srgbClr val="62DFF5"/>
                </a:solidFill>
              </a:defRPr>
            </a:lvl1pPr>
            <a:lvl2pPr>
              <a:defRPr sz="1350" b="1">
                <a:solidFill>
                  <a:srgbClr val="62DFF5"/>
                </a:solidFill>
              </a:defRPr>
            </a:lvl2pPr>
            <a:lvl3pPr>
              <a:defRPr sz="1350" b="1">
                <a:solidFill>
                  <a:srgbClr val="62DFF5"/>
                </a:solidFill>
              </a:defRPr>
            </a:lvl3pPr>
            <a:lvl4pPr>
              <a:defRPr sz="1350" b="1">
                <a:solidFill>
                  <a:srgbClr val="62DFF5"/>
                </a:solidFill>
              </a:defRPr>
            </a:lvl4pPr>
            <a:lvl5pPr>
              <a:defRPr sz="1350" b="1">
                <a:solidFill>
                  <a:srgbClr val="62DFF5"/>
                </a:solidFill>
              </a:defRPr>
            </a:lvl5pPr>
            <a:lvl6pPr>
              <a:defRPr sz="1350" b="1">
                <a:solidFill>
                  <a:srgbClr val="62DFF5"/>
                </a:solidFill>
              </a:defRPr>
            </a:lvl6pPr>
            <a:lvl7pPr>
              <a:defRPr sz="1350" b="1">
                <a:solidFill>
                  <a:srgbClr val="62DFF5"/>
                </a:solidFill>
              </a:defRPr>
            </a:lvl7pPr>
            <a:lvl8pPr>
              <a:defRPr sz="1350" b="1">
                <a:solidFill>
                  <a:srgbClr val="62DFF5"/>
                </a:solidFill>
              </a:defRPr>
            </a:lvl8pPr>
            <a:lvl9pPr>
              <a:defRPr sz="1350" b="1">
                <a:solidFill>
                  <a:srgbClr val="62DFF5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62DFF5"/>
                </a:solidFill>
              </a:defRPr>
            </a:pPr>
            <a:r>
              <a:rPr sz="1350" b="1">
                <a:solidFill>
                  <a:srgbClr val="62DFF5"/>
                </a:solidFill>
              </a:rPr>
              <a:t>NORMALS AND AMBIENT OCCLUSION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E98545-0461-4396-870E-B377939E9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FFFFF"/>
                </a:solidFill>
              </a:defRPr>
            </a:defPPr>
            <a:lvl1pPr>
              <a:defRPr sz="3150" b="1">
                <a:solidFill>
                  <a:srgbClr val="FFFFFF"/>
                </a:solidFill>
              </a:defRPr>
            </a:lvl1pPr>
            <a:lvl2pPr>
              <a:defRPr sz="3150" b="1">
                <a:solidFill>
                  <a:srgbClr val="FFFFFF"/>
                </a:solidFill>
              </a:defRPr>
            </a:lvl2pPr>
            <a:lvl3pPr>
              <a:defRPr sz="3150" b="1">
                <a:solidFill>
                  <a:srgbClr val="FFFFFF"/>
                </a:solidFill>
              </a:defRPr>
            </a:lvl3pPr>
            <a:lvl4pPr>
              <a:defRPr sz="3150" b="1">
                <a:solidFill>
                  <a:srgbClr val="FFFFFF"/>
                </a:solidFill>
              </a:defRPr>
            </a:lvl4pPr>
            <a:lvl5pPr>
              <a:defRPr sz="3150" b="1">
                <a:solidFill>
                  <a:srgbClr val="FFFFFF"/>
                </a:solidFill>
              </a:defRPr>
            </a:lvl5pPr>
            <a:lvl6pPr>
              <a:defRPr sz="3150" b="1">
                <a:solidFill>
                  <a:srgbClr val="FFFFFF"/>
                </a:solidFill>
              </a:defRPr>
            </a:lvl6pPr>
            <a:lvl7pPr>
              <a:defRPr sz="3150" b="1">
                <a:solidFill>
                  <a:srgbClr val="FFFFFF"/>
                </a:solidFill>
              </a:defRPr>
            </a:lvl7pPr>
            <a:lvl8pPr>
              <a:defRPr sz="3150" b="1">
                <a:solidFill>
                  <a:srgbClr val="FFFFFF"/>
                </a:solidFill>
              </a:defRPr>
            </a:lvl8pPr>
            <a:lvl9pPr>
              <a:defRPr sz="31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Neutral normal and AO inputs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3F3EC6-8E7A-4488-8ED2-018112A21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C4D3E3"/>
                </a:solidFill>
              </a:defRPr>
            </a:defPPr>
            <a:lvl1pPr>
              <a:defRPr sz="1200" b="0">
                <a:solidFill>
                  <a:srgbClr val="C4D3E3"/>
                </a:solidFill>
              </a:defRPr>
            </a:lvl1pPr>
            <a:lvl2pPr>
              <a:defRPr sz="1200" b="0">
                <a:solidFill>
                  <a:srgbClr val="C4D3E3"/>
                </a:solidFill>
              </a:defRPr>
            </a:lvl2pPr>
            <a:lvl3pPr>
              <a:defRPr sz="1200" b="0">
                <a:solidFill>
                  <a:srgbClr val="C4D3E3"/>
                </a:solidFill>
              </a:defRPr>
            </a:lvl3pPr>
            <a:lvl4pPr>
              <a:defRPr sz="1200" b="0">
                <a:solidFill>
                  <a:srgbClr val="C4D3E3"/>
                </a:solidFill>
              </a:defRPr>
            </a:lvl4pPr>
            <a:lvl5pPr>
              <a:defRPr sz="1200" b="0">
                <a:solidFill>
                  <a:srgbClr val="C4D3E3"/>
                </a:solidFill>
              </a:defRPr>
            </a:lvl5pPr>
            <a:lvl6pPr>
              <a:defRPr sz="1200" b="0">
                <a:solidFill>
                  <a:srgbClr val="C4D3E3"/>
                </a:solidFill>
              </a:defRPr>
            </a:lvl6pPr>
            <a:lvl7pPr>
              <a:defRPr sz="1200" b="0">
                <a:solidFill>
                  <a:srgbClr val="C4D3E3"/>
                </a:solidFill>
              </a:defRPr>
            </a:lvl7pPr>
            <a:lvl8pPr>
              <a:defRPr sz="1200" b="0">
                <a:solidFill>
                  <a:srgbClr val="C4D3E3"/>
                </a:solidFill>
              </a:defRPr>
            </a:lvl8pPr>
            <a:lvl9pPr>
              <a:defRPr sz="1200" b="0">
                <a:solidFill>
                  <a:srgbClr val="C4D3E3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C4D3E3"/>
                </a:solidFill>
              </a:defRPr>
            </a:pPr>
            <a:r>
              <a:rPr sz="1200" b="0">
                <a:solidFill>
                  <a:srgbClr val="C4D3E3"/>
                </a:solidFill>
              </a:rPr>
              <a:t>9E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15E901-BA0B-46AF-9EE5-8E1428BBFD1F}"/>
              </a:ext>
            </a:extLst>
          </p:cNvPr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3333750"/>
                <a:gridCol w="4591050"/>
              </a:tblGrid>
              <a:tr h="73818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62DFF5"/>
                          </a:solidFill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203B5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62DFF5"/>
                          </a:solidFill>
                        </a:rPr>
                        <a:t>Neutral state here</a:t>
                      </a:r>
                    </a:p>
                  </a:txBody>
                  <a:tcPr marL="91440" marR="91440" marT="45720" marB="45720">
                    <a:solidFill>
                      <a:srgbClr val="203B5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62DFF5"/>
                          </a:solidFill>
                        </a:rPr>
                        <a:t>Interpretation</a:t>
                      </a:r>
                    </a:p>
                  </a:txBody>
                  <a:tcPr marL="91440" marR="91440" marT="45720" marB="45720">
                    <a:solidFill>
                      <a:srgbClr val="203B53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</a:rPr>
                        <a:t>NormalStrength = 0</a:t>
                      </a:r>
                    </a:p>
                  </a:txBody>
                  <a:tcPr marL="91440" marR="91440" marT="45720" marB="45720">
                    <a:solidFill>
                      <a:srgbClr val="101E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</a:rPr>
                        <a:t>Flat tangent-space normal</a:t>
                      </a:r>
                    </a:p>
                  </a:txBody>
                  <a:tcPr marL="91440" marR="91440" marT="45720" marB="45720">
                    <a:solidFill>
                      <a:srgbClr val="101E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</a:rPr>
                        <a:t>Removes mapped shading detail</a:t>
                      </a:r>
                    </a:p>
                  </a:txBody>
                  <a:tcPr marL="91440" marR="91440" marT="45720" marB="45720">
                    <a:solidFill>
                      <a:srgbClr val="101E30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</a:rPr>
                        <a:t>AOStrength = 0</a:t>
                      </a:r>
                    </a:p>
                  </a:txBody>
                  <a:tcPr marL="91440" marR="91440" marT="45720" marB="45720">
                    <a:solidFill>
                      <a:srgbClr val="142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</a:rPr>
                        <a:t>AO output becomes 1</a:t>
                      </a:r>
                    </a:p>
                  </a:txBody>
                  <a:tcPr marL="91440" marR="91440" marT="45720" marB="45720">
                    <a:solidFill>
                      <a:srgbClr val="142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</a:rPr>
                        <a:t>Removes material AO contribution</a:t>
                      </a:r>
                    </a:p>
                  </a:txBody>
                  <a:tcPr marL="91440" marR="91440" marT="45720" marB="45720">
                    <a:solidFill>
                      <a:srgbClr val="14263A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</a:rPr>
                        <a:t>UsePackedORM = on</a:t>
                      </a:r>
                    </a:p>
                  </a:txBody>
                  <a:tcPr marL="91440" marR="91440" marT="45720" marB="45720">
                    <a:solidFill>
                      <a:srgbClr val="101E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</a:rPr>
                        <a:t>ORM_AOStrength is active</a:t>
                      </a:r>
                    </a:p>
                  </a:txBody>
                  <a:tcPr marL="91440" marR="91440" marT="45720" marB="45720">
                    <a:solidFill>
                      <a:srgbClr val="101E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</a:rPr>
                        <a:t>Separate AOStrength is inactive</a:t>
                      </a:r>
                    </a:p>
                  </a:txBody>
                  <a:tcPr marL="91440" marR="91440" marT="45720" marB="45720">
                    <a:solidFill>
                      <a:srgbClr val="101E30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385287-3922-4EDA-BBEE-25E504B1B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C4D3E3"/>
                </a:solidFill>
              </a:defRPr>
            </a:defPPr>
            <a:lvl1pPr>
              <a:defRPr sz="1800" b="0">
                <a:solidFill>
                  <a:srgbClr val="C4D3E3"/>
                </a:solidFill>
              </a:defRPr>
            </a:lvl1pPr>
            <a:lvl2pPr>
              <a:defRPr sz="1800" b="0">
                <a:solidFill>
                  <a:srgbClr val="C4D3E3"/>
                </a:solidFill>
              </a:defRPr>
            </a:lvl2pPr>
            <a:lvl3pPr>
              <a:defRPr sz="1800" b="0">
                <a:solidFill>
                  <a:srgbClr val="C4D3E3"/>
                </a:solidFill>
              </a:defRPr>
            </a:lvl3pPr>
            <a:lvl4pPr>
              <a:defRPr sz="1800" b="0">
                <a:solidFill>
                  <a:srgbClr val="C4D3E3"/>
                </a:solidFill>
              </a:defRPr>
            </a:lvl4pPr>
            <a:lvl5pPr>
              <a:defRPr sz="1800" b="0">
                <a:solidFill>
                  <a:srgbClr val="C4D3E3"/>
                </a:solidFill>
              </a:defRPr>
            </a:lvl5pPr>
            <a:lvl6pPr>
              <a:defRPr sz="1800" b="0">
                <a:solidFill>
                  <a:srgbClr val="C4D3E3"/>
                </a:solidFill>
              </a:defRPr>
            </a:lvl6pPr>
            <a:lvl7pPr>
              <a:defRPr sz="1800" b="0">
                <a:solidFill>
                  <a:srgbClr val="C4D3E3"/>
                </a:solidFill>
              </a:defRPr>
            </a:lvl7pPr>
            <a:lvl8pPr>
              <a:defRPr sz="1800" b="0">
                <a:solidFill>
                  <a:srgbClr val="C4D3E3"/>
                </a:solidFill>
              </a:defRPr>
            </a:lvl8pPr>
            <a:lvl9pPr>
              <a:defRPr sz="1800" b="0">
                <a:solidFill>
                  <a:srgbClr val="C4D3E3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C4D3E3"/>
                </a:solidFill>
              </a:defRPr>
            </a:pPr>
            <a:r>
              <a:rPr sz="1800" b="0">
                <a:solidFill>
                  <a:srgbClr val="C4D3E3"/>
                </a:solidFill>
              </a:rPr>
              <a:t>AO = lerp(1, sampled AO, strength). Neutral is white, not black.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88E885-C6AE-4C36-ABE1-8E0C204E3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72D4C1"/>
                </a:solidFill>
              </a:defRPr>
            </a:defPPr>
            <a:lvl1pPr>
              <a:defRPr sz="1725" b="1">
                <a:solidFill>
                  <a:srgbClr val="72D4C1"/>
                </a:solidFill>
              </a:defRPr>
            </a:lvl1pPr>
            <a:lvl2pPr>
              <a:defRPr sz="1725" b="1">
                <a:solidFill>
                  <a:srgbClr val="72D4C1"/>
                </a:solidFill>
              </a:defRPr>
            </a:lvl2pPr>
            <a:lvl3pPr>
              <a:defRPr sz="1725" b="1">
                <a:solidFill>
                  <a:srgbClr val="72D4C1"/>
                </a:solidFill>
              </a:defRPr>
            </a:lvl3pPr>
            <a:lvl4pPr>
              <a:defRPr sz="1725" b="1">
                <a:solidFill>
                  <a:srgbClr val="72D4C1"/>
                </a:solidFill>
              </a:defRPr>
            </a:lvl4pPr>
            <a:lvl5pPr>
              <a:defRPr sz="1725" b="1">
                <a:solidFill>
                  <a:srgbClr val="72D4C1"/>
                </a:solidFill>
              </a:defRPr>
            </a:lvl5pPr>
            <a:lvl6pPr>
              <a:defRPr sz="1725" b="1">
                <a:solidFill>
                  <a:srgbClr val="72D4C1"/>
                </a:solidFill>
              </a:defRPr>
            </a:lvl6pPr>
            <a:lvl7pPr>
              <a:defRPr sz="1725" b="1">
                <a:solidFill>
                  <a:srgbClr val="72D4C1"/>
                </a:solidFill>
              </a:defRPr>
            </a:lvl7pPr>
            <a:lvl8pPr>
              <a:defRPr sz="1725" b="1">
                <a:solidFill>
                  <a:srgbClr val="72D4C1"/>
                </a:solidFill>
              </a:defRPr>
            </a:lvl8pPr>
            <a:lvl9pPr>
              <a:defRPr sz="1725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72D4C1"/>
                </a:solidFill>
              </a:defRPr>
            </a:pPr>
            <a:r>
              <a:rPr sz="1725" b="1">
                <a:solidFill>
                  <a:srgbClr val="72D4C1"/>
                </a:solidFill>
              </a:rPr>
              <a:t>Why does multiplying an AO texture by zero give the wrong disable state?</a:t>
            </a:r>
          </a:p>
        </p:txBody>
      </p:sp>
    </p:spTree>
    <p:extLst>
      <p:ext uri="{BB962C8B-B14F-4D97-AF65-F5344CB8AC3E}">
        <p14:creationId xmlns:p14="http://schemas.microsoft.com/office/powerpoint/2010/main" val="161646807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A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CDAD56-C216-4189-B59B-FD876622AF2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b981543a5c492c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86681A-4FDE-4E67-BBE8-B7B9D7031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CA78"/>
                </a:solidFill>
              </a:defRPr>
            </a:defPPr>
            <a:lvl1pPr>
              <a:defRPr sz="1350" b="1">
                <a:solidFill>
                  <a:srgbClr val="FFCA78"/>
                </a:solidFill>
              </a:defRPr>
            </a:lvl1pPr>
            <a:lvl2pPr>
              <a:defRPr sz="1350" b="1">
                <a:solidFill>
                  <a:srgbClr val="FFCA78"/>
                </a:solidFill>
              </a:defRPr>
            </a:lvl2pPr>
            <a:lvl3pPr>
              <a:defRPr sz="1350" b="1">
                <a:solidFill>
                  <a:srgbClr val="FFCA78"/>
                </a:solidFill>
              </a:defRPr>
            </a:lvl3pPr>
            <a:lvl4pPr>
              <a:defRPr sz="1350" b="1">
                <a:solidFill>
                  <a:srgbClr val="FFCA78"/>
                </a:solidFill>
              </a:defRPr>
            </a:lvl4pPr>
            <a:lvl5pPr>
              <a:defRPr sz="1350" b="1">
                <a:solidFill>
                  <a:srgbClr val="FFCA78"/>
                </a:solidFill>
              </a:defRPr>
            </a:lvl5pPr>
            <a:lvl6pPr>
              <a:defRPr sz="1350" b="1">
                <a:solidFill>
                  <a:srgbClr val="FFCA78"/>
                </a:solidFill>
              </a:defRPr>
            </a:lvl6pPr>
            <a:lvl7pPr>
              <a:defRPr sz="1350" b="1">
                <a:solidFill>
                  <a:srgbClr val="FFCA78"/>
                </a:solidFill>
              </a:defRPr>
            </a:lvl7pPr>
            <a:lvl8pPr>
              <a:defRPr sz="1350" b="1">
                <a:solidFill>
                  <a:srgbClr val="FFCA78"/>
                </a:solidFill>
              </a:defRPr>
            </a:lvl8pPr>
            <a:lvl9pPr>
              <a:defRPr sz="1350" b="1">
                <a:solidFill>
                  <a:srgbClr val="FFCA78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CA78"/>
                </a:solidFill>
              </a:defRPr>
            </a:pPr>
            <a:r>
              <a:rPr sz="1350" b="1">
                <a:solidFill>
                  <a:srgbClr val="FFCA78"/>
                </a:solidFill>
              </a:rPr>
              <a:t>LAB HANDOFF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9E3C87-A5A7-4A7D-B735-DDD3FCE8F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FFFFF"/>
                </a:solidFill>
              </a:defRPr>
            </a:defPPr>
            <a:lvl1pPr>
              <a:defRPr sz="3450" b="1">
                <a:solidFill>
                  <a:srgbClr val="FFFFFF"/>
                </a:solidFill>
              </a:defRPr>
            </a:lvl1pPr>
            <a:lvl2pPr>
              <a:defRPr sz="3450" b="1">
                <a:solidFill>
                  <a:srgbClr val="FFFFFF"/>
                </a:solidFill>
              </a:defRPr>
            </a:lvl2pPr>
            <a:lvl3pPr>
              <a:defRPr sz="3450" b="1">
                <a:solidFill>
                  <a:srgbClr val="FFFFFF"/>
                </a:solidFill>
              </a:defRPr>
            </a:lvl3pPr>
            <a:lvl4pPr>
              <a:defRPr sz="3450" b="1">
                <a:solidFill>
                  <a:srgbClr val="FFFFFF"/>
                </a:solidFill>
              </a:defRPr>
            </a:lvl4pPr>
            <a:lvl5pPr>
              <a:defRPr sz="3450" b="1">
                <a:solidFill>
                  <a:srgbClr val="FFFFFF"/>
                </a:solidFill>
              </a:defRPr>
            </a:lvl5pPr>
            <a:lvl6pPr>
              <a:defRPr sz="3450" b="1">
                <a:solidFill>
                  <a:srgbClr val="FFFFFF"/>
                </a:solidFill>
              </a:defRPr>
            </a:lvl6pPr>
            <a:lvl7pPr>
              <a:defRPr sz="3450" b="1">
                <a:solidFill>
                  <a:srgbClr val="FFFFFF"/>
                </a:solidFill>
              </a:defRPr>
            </a:lvl7pPr>
            <a:lvl8pPr>
              <a:defRPr sz="3450" b="1">
                <a:solidFill>
                  <a:srgbClr val="FFFFFF"/>
                </a:solidFill>
              </a:defRPr>
            </a:lvl8pPr>
            <a:lvl9pPr>
              <a:defRPr sz="34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LAB: finish your original shader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C4C80D-9C4D-4167-9F78-43303713C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C4D3E3"/>
                </a:solidFill>
              </a:defRPr>
            </a:defPPr>
            <a:lvl1pPr>
              <a:defRPr sz="1200" b="0">
                <a:solidFill>
                  <a:srgbClr val="C4D3E3"/>
                </a:solidFill>
              </a:defRPr>
            </a:lvl1pPr>
            <a:lvl2pPr>
              <a:defRPr sz="1200" b="0">
                <a:solidFill>
                  <a:srgbClr val="C4D3E3"/>
                </a:solidFill>
              </a:defRPr>
            </a:lvl2pPr>
            <a:lvl3pPr>
              <a:defRPr sz="1200" b="0">
                <a:solidFill>
                  <a:srgbClr val="C4D3E3"/>
                </a:solidFill>
              </a:defRPr>
            </a:lvl3pPr>
            <a:lvl4pPr>
              <a:defRPr sz="1200" b="0">
                <a:solidFill>
                  <a:srgbClr val="C4D3E3"/>
                </a:solidFill>
              </a:defRPr>
            </a:lvl4pPr>
            <a:lvl5pPr>
              <a:defRPr sz="1200" b="0">
                <a:solidFill>
                  <a:srgbClr val="C4D3E3"/>
                </a:solidFill>
              </a:defRPr>
            </a:lvl5pPr>
            <a:lvl6pPr>
              <a:defRPr sz="1200" b="0">
                <a:solidFill>
                  <a:srgbClr val="C4D3E3"/>
                </a:solidFill>
              </a:defRPr>
            </a:lvl6pPr>
            <a:lvl7pPr>
              <a:defRPr sz="1200" b="0">
                <a:solidFill>
                  <a:srgbClr val="C4D3E3"/>
                </a:solidFill>
              </a:defRPr>
            </a:lvl7pPr>
            <a:lvl8pPr>
              <a:defRPr sz="1200" b="0">
                <a:solidFill>
                  <a:srgbClr val="C4D3E3"/>
                </a:solidFill>
              </a:defRPr>
            </a:lvl8pPr>
            <a:lvl9pPr>
              <a:defRPr sz="1200" b="0">
                <a:solidFill>
                  <a:srgbClr val="C4D3E3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C4D3E3"/>
                </a:solidFill>
              </a:defRPr>
            </a:pPr>
            <a:r>
              <a:rPr sz="1200" b="0">
                <a:solidFill>
                  <a:srgbClr val="C4D3E3"/>
                </a:solidFill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977A88-3312-4BE7-A621-0085873E2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02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72D4C1"/>
                </a:solidFill>
              </a:defRPr>
            </a:defPPr>
            <a:lvl1pPr>
              <a:defRPr sz="2250" b="1">
                <a:solidFill>
                  <a:srgbClr val="72D4C1"/>
                </a:solidFill>
              </a:defRPr>
            </a:lvl1pPr>
            <a:lvl2pPr>
              <a:defRPr sz="2250" b="1">
                <a:solidFill>
                  <a:srgbClr val="72D4C1"/>
                </a:solidFill>
              </a:defRPr>
            </a:lvl2pPr>
            <a:lvl3pPr>
              <a:defRPr sz="2250" b="1">
                <a:solidFill>
                  <a:srgbClr val="72D4C1"/>
                </a:solidFill>
              </a:defRPr>
            </a:lvl3pPr>
            <a:lvl4pPr>
              <a:defRPr sz="2250" b="1">
                <a:solidFill>
                  <a:srgbClr val="72D4C1"/>
                </a:solidFill>
              </a:defRPr>
            </a:lvl4pPr>
            <a:lvl5pPr>
              <a:defRPr sz="2250" b="1">
                <a:solidFill>
                  <a:srgbClr val="72D4C1"/>
                </a:solidFill>
              </a:defRPr>
            </a:lvl5pPr>
            <a:lvl6pPr>
              <a:defRPr sz="2250" b="1">
                <a:solidFill>
                  <a:srgbClr val="72D4C1"/>
                </a:solidFill>
              </a:defRPr>
            </a:lvl6pPr>
            <a:lvl7pPr>
              <a:defRPr sz="2250" b="1">
                <a:solidFill>
                  <a:srgbClr val="72D4C1"/>
                </a:solidFill>
              </a:defRPr>
            </a:lvl7pPr>
            <a:lvl8pPr>
              <a:defRPr sz="2250" b="1">
                <a:solidFill>
                  <a:srgbClr val="72D4C1"/>
                </a:solidFill>
              </a:defRPr>
            </a:lvl8pPr>
            <a:lvl9pPr>
              <a:defRPr sz="2250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72D4C1"/>
                </a:solidFill>
              </a:defRPr>
            </a:pPr>
            <a:r>
              <a:rPr sz="2250" b="1">
                <a:solidFill>
                  <a:srgbClr val="72D4C1"/>
                </a:solidFill>
              </a:rPr>
              <a:t>Choose and predict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6BB3C6-D23A-46B1-8C64-65CB21745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57450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FFFFFF"/>
                </a:solidFill>
              </a:defRPr>
            </a:defPPr>
            <a:lvl1pPr>
              <a:defRPr sz="2025" b="0">
                <a:solidFill>
                  <a:srgbClr val="FFFFFF"/>
                </a:solidFill>
              </a:defRPr>
            </a:lvl1pPr>
            <a:lvl2pPr>
              <a:defRPr sz="2025" b="0">
                <a:solidFill>
                  <a:srgbClr val="FFFFFF"/>
                </a:solidFill>
              </a:defRPr>
            </a:lvl2pPr>
            <a:lvl3pPr>
              <a:defRPr sz="2025" b="0">
                <a:solidFill>
                  <a:srgbClr val="FFFFFF"/>
                </a:solidFill>
              </a:defRPr>
            </a:lvl3pPr>
            <a:lvl4pPr>
              <a:defRPr sz="2025" b="0">
                <a:solidFill>
                  <a:srgbClr val="FFFFFF"/>
                </a:solidFill>
              </a:defRPr>
            </a:lvl4pPr>
            <a:lvl5pPr>
              <a:defRPr sz="2025" b="0">
                <a:solidFill>
                  <a:srgbClr val="FFFFFF"/>
                </a:solidFill>
              </a:defRPr>
            </a:lvl5pPr>
            <a:lvl6pPr>
              <a:defRPr sz="2025" b="0">
                <a:solidFill>
                  <a:srgbClr val="FFFFFF"/>
                </a:solidFill>
              </a:defRPr>
            </a:lvl6pPr>
            <a:lvl7pPr>
              <a:defRPr sz="2025" b="0">
                <a:solidFill>
                  <a:srgbClr val="FFFFFF"/>
                </a:solidFill>
              </a:defRPr>
            </a:lvl7pPr>
            <a:lvl8pPr>
              <a:defRPr sz="2025" b="0">
                <a:solidFill>
                  <a:srgbClr val="FFFFFF"/>
                </a:solidFill>
              </a:defRPr>
            </a:lvl8pPr>
            <a:lvl9pPr>
              <a:defRPr sz="202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FFFFFF"/>
                </a:solidFill>
              </a:defRPr>
            </a:pPr>
            <a:r>
              <a:rPr sz="2025" b="0">
                <a:solidFill>
                  <a:srgbClr val="FFFFFF"/>
                </a:solidFill>
              </a:rPr>
              <a:t>Choose one unfinished feature or problem in your existing shader.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F6D300-B2A8-46E6-8B79-A80183B9E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72D4C1"/>
                </a:solidFill>
              </a:defRPr>
            </a:defPPr>
            <a:lvl1pPr>
              <a:defRPr sz="2250" b="1">
                <a:solidFill>
                  <a:srgbClr val="72D4C1"/>
                </a:solidFill>
              </a:defRPr>
            </a:lvl1pPr>
            <a:lvl2pPr>
              <a:defRPr sz="2250" b="1">
                <a:solidFill>
                  <a:srgbClr val="72D4C1"/>
                </a:solidFill>
              </a:defRPr>
            </a:lvl2pPr>
            <a:lvl3pPr>
              <a:defRPr sz="2250" b="1">
                <a:solidFill>
                  <a:srgbClr val="72D4C1"/>
                </a:solidFill>
              </a:defRPr>
            </a:lvl3pPr>
            <a:lvl4pPr>
              <a:defRPr sz="2250" b="1">
                <a:solidFill>
                  <a:srgbClr val="72D4C1"/>
                </a:solidFill>
              </a:defRPr>
            </a:lvl4pPr>
            <a:lvl5pPr>
              <a:defRPr sz="2250" b="1">
                <a:solidFill>
                  <a:srgbClr val="72D4C1"/>
                </a:solidFill>
              </a:defRPr>
            </a:lvl5pPr>
            <a:lvl6pPr>
              <a:defRPr sz="2250" b="1">
                <a:solidFill>
                  <a:srgbClr val="72D4C1"/>
                </a:solidFill>
              </a:defRPr>
            </a:lvl6pPr>
            <a:lvl7pPr>
              <a:defRPr sz="2250" b="1">
                <a:solidFill>
                  <a:srgbClr val="72D4C1"/>
                </a:solidFill>
              </a:defRPr>
            </a:lvl7pPr>
            <a:lvl8pPr>
              <a:defRPr sz="2250" b="1">
                <a:solidFill>
                  <a:srgbClr val="72D4C1"/>
                </a:solidFill>
              </a:defRPr>
            </a:lvl8pPr>
            <a:lvl9pPr>
              <a:defRPr sz="2250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72D4C1"/>
                </a:solidFill>
              </a:defRPr>
            </a:pPr>
            <a:r>
              <a:rPr sz="2250" b="1">
                <a:solidFill>
                  <a:srgbClr val="72D4C1"/>
                </a:solidFill>
              </a:rPr>
              <a:t>Change and compare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549415-62FC-4F35-A5EF-38A8A6EB4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90950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FFFFFF"/>
                </a:solidFill>
              </a:defRPr>
            </a:defPPr>
            <a:lvl1pPr>
              <a:defRPr sz="2025" b="0">
                <a:solidFill>
                  <a:srgbClr val="FFFFFF"/>
                </a:solidFill>
              </a:defRPr>
            </a:lvl1pPr>
            <a:lvl2pPr>
              <a:defRPr sz="2025" b="0">
                <a:solidFill>
                  <a:srgbClr val="FFFFFF"/>
                </a:solidFill>
              </a:defRPr>
            </a:lvl2pPr>
            <a:lvl3pPr>
              <a:defRPr sz="2025" b="0">
                <a:solidFill>
                  <a:srgbClr val="FFFFFF"/>
                </a:solidFill>
              </a:defRPr>
            </a:lvl3pPr>
            <a:lvl4pPr>
              <a:defRPr sz="2025" b="0">
                <a:solidFill>
                  <a:srgbClr val="FFFFFF"/>
                </a:solidFill>
              </a:defRPr>
            </a:lvl4pPr>
            <a:lvl5pPr>
              <a:defRPr sz="2025" b="0">
                <a:solidFill>
                  <a:srgbClr val="FFFFFF"/>
                </a:solidFill>
              </a:defRPr>
            </a:lvl5pPr>
            <a:lvl6pPr>
              <a:defRPr sz="2025" b="0">
                <a:solidFill>
                  <a:srgbClr val="FFFFFF"/>
                </a:solidFill>
              </a:defRPr>
            </a:lvl6pPr>
            <a:lvl7pPr>
              <a:defRPr sz="2025" b="0">
                <a:solidFill>
                  <a:srgbClr val="FFFFFF"/>
                </a:solidFill>
              </a:defRPr>
            </a:lvl7pPr>
            <a:lvl8pPr>
              <a:defRPr sz="2025" b="0">
                <a:solidFill>
                  <a:srgbClr val="FFFFFF"/>
                </a:solidFill>
              </a:defRPr>
            </a:lvl8pPr>
            <a:lvl9pPr>
              <a:defRPr sz="202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FFFFFF"/>
                </a:solidFill>
              </a:defRPr>
            </a:pPr>
            <a:r>
              <a:rPr sz="2025" b="0">
                <a:solidFill>
                  <a:srgbClr val="FFFFFF"/>
                </a:solidFill>
              </a:rPr>
              <a:t>Make a focused improvement; use a reference route if it helps.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1BA1AE-065C-4789-879B-F7DBE96B0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672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72D4C1"/>
                </a:solidFill>
              </a:defRPr>
            </a:defPPr>
            <a:lvl1pPr>
              <a:defRPr sz="2250" b="1">
                <a:solidFill>
                  <a:srgbClr val="72D4C1"/>
                </a:solidFill>
              </a:defRPr>
            </a:lvl1pPr>
            <a:lvl2pPr>
              <a:defRPr sz="2250" b="1">
                <a:solidFill>
                  <a:srgbClr val="72D4C1"/>
                </a:solidFill>
              </a:defRPr>
            </a:lvl2pPr>
            <a:lvl3pPr>
              <a:defRPr sz="2250" b="1">
                <a:solidFill>
                  <a:srgbClr val="72D4C1"/>
                </a:solidFill>
              </a:defRPr>
            </a:lvl3pPr>
            <a:lvl4pPr>
              <a:defRPr sz="2250" b="1">
                <a:solidFill>
                  <a:srgbClr val="72D4C1"/>
                </a:solidFill>
              </a:defRPr>
            </a:lvl4pPr>
            <a:lvl5pPr>
              <a:defRPr sz="2250" b="1">
                <a:solidFill>
                  <a:srgbClr val="72D4C1"/>
                </a:solidFill>
              </a:defRPr>
            </a:lvl5pPr>
            <a:lvl6pPr>
              <a:defRPr sz="2250" b="1">
                <a:solidFill>
                  <a:srgbClr val="72D4C1"/>
                </a:solidFill>
              </a:defRPr>
            </a:lvl6pPr>
            <a:lvl7pPr>
              <a:defRPr sz="2250" b="1">
                <a:solidFill>
                  <a:srgbClr val="72D4C1"/>
                </a:solidFill>
              </a:defRPr>
            </a:lvl7pPr>
            <a:lvl8pPr>
              <a:defRPr sz="2250" b="1">
                <a:solidFill>
                  <a:srgbClr val="72D4C1"/>
                </a:solidFill>
              </a:defRPr>
            </a:lvl8pPr>
            <a:lvl9pPr>
              <a:defRPr sz="2250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72D4C1"/>
                </a:solidFill>
              </a:defRPr>
            </a:pPr>
            <a:r>
              <a:rPr sz="2250" b="1">
                <a:solidFill>
                  <a:srgbClr val="72D4C1"/>
                </a:solidFill>
              </a:rPr>
              <a:t>Explain and save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224719-3B70-4AF7-986E-36DBDBE1B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24450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FFFFFF"/>
                </a:solidFill>
              </a:defRPr>
            </a:defPPr>
            <a:lvl1pPr>
              <a:defRPr sz="2025" b="0">
                <a:solidFill>
                  <a:srgbClr val="FFFFFF"/>
                </a:solidFill>
              </a:defRPr>
            </a:lvl1pPr>
            <a:lvl2pPr>
              <a:defRPr sz="2025" b="0">
                <a:solidFill>
                  <a:srgbClr val="FFFFFF"/>
                </a:solidFill>
              </a:defRPr>
            </a:lvl2pPr>
            <a:lvl3pPr>
              <a:defRPr sz="2025" b="0">
                <a:solidFill>
                  <a:srgbClr val="FFFFFF"/>
                </a:solidFill>
              </a:defRPr>
            </a:lvl3pPr>
            <a:lvl4pPr>
              <a:defRPr sz="2025" b="0">
                <a:solidFill>
                  <a:srgbClr val="FFFFFF"/>
                </a:solidFill>
              </a:defRPr>
            </a:lvl4pPr>
            <a:lvl5pPr>
              <a:defRPr sz="2025" b="0">
                <a:solidFill>
                  <a:srgbClr val="FFFFFF"/>
                </a:solidFill>
              </a:defRPr>
            </a:lvl5pPr>
            <a:lvl6pPr>
              <a:defRPr sz="2025" b="0">
                <a:solidFill>
                  <a:srgbClr val="FFFFFF"/>
                </a:solidFill>
              </a:defRPr>
            </a:lvl6pPr>
            <a:lvl7pPr>
              <a:defRPr sz="2025" b="0">
                <a:solidFill>
                  <a:srgbClr val="FFFFFF"/>
                </a:solidFill>
              </a:defRPr>
            </a:lvl7pPr>
            <a:lvl8pPr>
              <a:defRPr sz="2025" b="0">
                <a:solidFill>
                  <a:srgbClr val="FFFFFF"/>
                </a:solidFill>
              </a:defRPr>
            </a:lvl8pPr>
            <a:lvl9pPr>
              <a:defRPr sz="202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FFFFFF"/>
                </a:solidFill>
              </a:defRPr>
            </a:pPr>
            <a:r>
              <a:rPr sz="2025" b="0">
                <a:solidFill>
                  <a:srgbClr val="FFFFFF"/>
                </a:solidFill>
              </a:rPr>
              <a:t>Capture the result and explain your graph. Keep your finished work.</a:t>
            </a:r>
          </a:p>
        </p:txBody>
      </p:sp>
    </p:spTree>
    <p:extLst>
      <p:ext uri="{BB962C8B-B14F-4D97-AF65-F5344CB8AC3E}">
        <p14:creationId xmlns:p14="http://schemas.microsoft.com/office/powerpoint/2010/main" val="175700354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A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C2819D-7797-4AEC-96FA-E77CAA6C355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be81c7c8a245d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D705FD-586B-4F60-9C64-EB93D0570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CA78"/>
                </a:solidFill>
              </a:defRPr>
            </a:defPPr>
            <a:lvl1pPr>
              <a:defRPr sz="1350" b="1">
                <a:solidFill>
                  <a:srgbClr val="FFCA78"/>
                </a:solidFill>
              </a:defRPr>
            </a:lvl1pPr>
            <a:lvl2pPr>
              <a:defRPr sz="1350" b="1">
                <a:solidFill>
                  <a:srgbClr val="FFCA78"/>
                </a:solidFill>
              </a:defRPr>
            </a:lvl2pPr>
            <a:lvl3pPr>
              <a:defRPr sz="1350" b="1">
                <a:solidFill>
                  <a:srgbClr val="FFCA78"/>
                </a:solidFill>
              </a:defRPr>
            </a:lvl3pPr>
            <a:lvl4pPr>
              <a:defRPr sz="1350" b="1">
                <a:solidFill>
                  <a:srgbClr val="FFCA78"/>
                </a:solidFill>
              </a:defRPr>
            </a:lvl4pPr>
            <a:lvl5pPr>
              <a:defRPr sz="1350" b="1">
                <a:solidFill>
                  <a:srgbClr val="FFCA78"/>
                </a:solidFill>
              </a:defRPr>
            </a:lvl5pPr>
            <a:lvl6pPr>
              <a:defRPr sz="1350" b="1">
                <a:solidFill>
                  <a:srgbClr val="FFCA78"/>
                </a:solidFill>
              </a:defRPr>
            </a:lvl6pPr>
            <a:lvl7pPr>
              <a:defRPr sz="1350" b="1">
                <a:solidFill>
                  <a:srgbClr val="FFCA78"/>
                </a:solidFill>
              </a:defRPr>
            </a:lvl7pPr>
            <a:lvl8pPr>
              <a:defRPr sz="1350" b="1">
                <a:solidFill>
                  <a:srgbClr val="FFCA78"/>
                </a:solidFill>
              </a:defRPr>
            </a:lvl8pPr>
            <a:lvl9pPr>
              <a:defRPr sz="1350" b="1">
                <a:solidFill>
                  <a:srgbClr val="FFCA78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CA78"/>
                </a:solidFill>
              </a:defRPr>
            </a:pPr>
            <a:r>
              <a:rPr sz="1350" b="1">
                <a:solidFill>
                  <a:srgbClr val="FFCA78"/>
                </a:solidFill>
              </a:rPr>
              <a:t>LAB HANDOFF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CD9419-8EC8-40A6-A8BE-697AF2444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FFFFF"/>
                </a:solidFill>
              </a:defRPr>
            </a:defPPr>
            <a:lvl1pPr>
              <a:defRPr sz="3150" b="1">
                <a:solidFill>
                  <a:srgbClr val="FFFFFF"/>
                </a:solidFill>
              </a:defRPr>
            </a:lvl1pPr>
            <a:lvl2pPr>
              <a:defRPr sz="3150" b="1">
                <a:solidFill>
                  <a:srgbClr val="FFFFFF"/>
                </a:solidFill>
              </a:defRPr>
            </a:lvl2pPr>
            <a:lvl3pPr>
              <a:defRPr sz="3150" b="1">
                <a:solidFill>
                  <a:srgbClr val="FFFFFF"/>
                </a:solidFill>
              </a:defRPr>
            </a:lvl3pPr>
            <a:lvl4pPr>
              <a:defRPr sz="3150" b="1">
                <a:solidFill>
                  <a:srgbClr val="FFFFFF"/>
                </a:solidFill>
              </a:defRPr>
            </a:lvl4pPr>
            <a:lvl5pPr>
              <a:defRPr sz="3150" b="1">
                <a:solidFill>
                  <a:srgbClr val="FFFFFF"/>
                </a:solidFill>
              </a:defRPr>
            </a:lvl5pPr>
            <a:lvl6pPr>
              <a:defRPr sz="3150" b="1">
                <a:solidFill>
                  <a:srgbClr val="FFFFFF"/>
                </a:solidFill>
              </a:defRPr>
            </a:lvl6pPr>
            <a:lvl7pPr>
              <a:defRPr sz="3150" b="1">
                <a:solidFill>
                  <a:srgbClr val="FFFFFF"/>
                </a:solidFill>
              </a:defRPr>
            </a:lvl7pPr>
            <a:lvl8pPr>
              <a:defRPr sz="3150" b="1">
                <a:solidFill>
                  <a:srgbClr val="FFFFFF"/>
                </a:solidFill>
              </a:defRPr>
            </a:lvl8pPr>
            <a:lvl9pPr>
              <a:defRPr sz="31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Optional: document a debugging test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87F25D-DE1D-4F82-A922-80F96854A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C4D3E3"/>
                </a:solidFill>
              </a:defRPr>
            </a:defPPr>
            <a:lvl1pPr>
              <a:defRPr sz="1200" b="0">
                <a:solidFill>
                  <a:srgbClr val="C4D3E3"/>
                </a:solidFill>
              </a:defRPr>
            </a:lvl1pPr>
            <a:lvl2pPr>
              <a:defRPr sz="1200" b="0">
                <a:solidFill>
                  <a:srgbClr val="C4D3E3"/>
                </a:solidFill>
              </a:defRPr>
            </a:lvl2pPr>
            <a:lvl3pPr>
              <a:defRPr sz="1200" b="0">
                <a:solidFill>
                  <a:srgbClr val="C4D3E3"/>
                </a:solidFill>
              </a:defRPr>
            </a:lvl3pPr>
            <a:lvl4pPr>
              <a:defRPr sz="1200" b="0">
                <a:solidFill>
                  <a:srgbClr val="C4D3E3"/>
                </a:solidFill>
              </a:defRPr>
            </a:lvl4pPr>
            <a:lvl5pPr>
              <a:defRPr sz="1200" b="0">
                <a:solidFill>
                  <a:srgbClr val="C4D3E3"/>
                </a:solidFill>
              </a:defRPr>
            </a:lvl5pPr>
            <a:lvl6pPr>
              <a:defRPr sz="1200" b="0">
                <a:solidFill>
                  <a:srgbClr val="C4D3E3"/>
                </a:solidFill>
              </a:defRPr>
            </a:lvl6pPr>
            <a:lvl7pPr>
              <a:defRPr sz="1200" b="0">
                <a:solidFill>
                  <a:srgbClr val="C4D3E3"/>
                </a:solidFill>
              </a:defRPr>
            </a:lvl7pPr>
            <a:lvl8pPr>
              <a:defRPr sz="1200" b="0">
                <a:solidFill>
                  <a:srgbClr val="C4D3E3"/>
                </a:solidFill>
              </a:defRPr>
            </a:lvl8pPr>
            <a:lvl9pPr>
              <a:defRPr sz="1200" b="0">
                <a:solidFill>
                  <a:srgbClr val="C4D3E3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C4D3E3"/>
                </a:solidFill>
              </a:defRPr>
            </a:pPr>
            <a:r>
              <a:rPr sz="1200" b="0">
                <a:solidFill>
                  <a:srgbClr val="C4D3E3"/>
                </a:solidFill>
              </a:rPr>
              <a:t>10A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1C49A8-B9B3-497E-9A71-30207042DA40}"/>
              </a:ext>
            </a:extLst>
          </p:cNvPr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3381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7829550"/>
              </a:tblGrid>
              <a:tr h="563563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CA78"/>
                          </a:solidFill>
                        </a:rPr>
                        <a:t>Record</a:t>
                      </a:r>
                    </a:p>
                  </a:txBody>
                  <a:tcPr marL="91440" marR="91440" marT="45720" marB="45720">
                    <a:solidFill>
                      <a:srgbClr val="203B5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CA78"/>
                          </a:solidFill>
                        </a:rPr>
                        <a:t>Example for Route A</a:t>
                      </a:r>
                    </a:p>
                  </a:txBody>
                  <a:tcPr marL="91440" marR="91440" marT="45720" marB="45720">
                    <a:solidFill>
                      <a:srgbClr val="203B53"/>
                    </a:solidFill>
                  </a:tcPr>
                </a:tc>
              </a:tr>
              <a:tr h="56356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</a:rPr>
                        <a:t>Asset + route</a:t>
                      </a:r>
                    </a:p>
                  </a:txBody>
                  <a:tcPr marL="91440" marR="91440" marT="45720" marB="45720">
                    <a:solidFill>
                      <a:srgbClr val="101E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</a:rPr>
                        <a:t>Assigned duplicate of MI_W09_05_PolishedMetal; packed mode off</a:t>
                      </a:r>
                    </a:p>
                  </a:txBody>
                  <a:tcPr marL="91440" marR="91440" marT="45720" marB="45720">
                    <a:solidFill>
                      <a:srgbClr val="101E30"/>
                    </a:solidFill>
                  </a:tcPr>
                </a:tc>
              </a:tr>
              <a:tr h="56356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</a:rPr>
                        <a:t>Fixed conditions</a:t>
                      </a:r>
                    </a:p>
                  </a:txBody>
                  <a:tcPr marL="91440" marR="91440" marT="45720" marB="45720">
                    <a:solidFill>
                      <a:srgbClr val="142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</a:rPr>
                        <a:t>Same mesh, tint, normal, light, exposure and camera</a:t>
                      </a:r>
                    </a:p>
                  </a:txBody>
                  <a:tcPr marL="91440" marR="91440" marT="45720" marB="45720">
                    <a:solidFill>
                      <a:srgbClr val="14263A"/>
                    </a:solidFill>
                  </a:tcPr>
                </a:tc>
              </a:tr>
              <a:tr h="56356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</a:rPr>
                        <a:t>Changed variable</a:t>
                      </a:r>
                    </a:p>
                  </a:txBody>
                  <a:tcPr marL="91440" marR="91440" marT="45720" marB="45720">
                    <a:solidFill>
                      <a:srgbClr val="101E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</a:rPr>
                        <a:t>Both roughness endpoints: .2/.2 → .8/.8</a:t>
                      </a:r>
                    </a:p>
                  </a:txBody>
                  <a:tcPr marL="91440" marR="91440" marT="45720" marB="45720">
                    <a:solidFill>
                      <a:srgbClr val="101E30"/>
                    </a:solidFill>
                  </a:tcPr>
                </a:tc>
              </a:tr>
              <a:tr h="56356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</a:rPr>
                        <a:t>Evidence + explanation</a:t>
                      </a:r>
                    </a:p>
                  </a:txBody>
                  <a:tcPr marL="91440" marR="91440" marT="45720" marB="45720">
                    <a:solidFill>
                      <a:srgbClr val="142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</a:rPr>
                        <a:t>Your A/B views and observed reflection difference</a:t>
                      </a:r>
                    </a:p>
                  </a:txBody>
                  <a:tcPr marL="91440" marR="91440" marT="45720" marB="45720">
                    <a:solidFill>
                      <a:srgbClr val="14263A"/>
                    </a:solidFill>
                  </a:tcPr>
                </a:tc>
              </a:tr>
              <a:tr h="56356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</a:rPr>
                        <a:t>Reset</a:t>
                      </a:r>
                    </a:p>
                  </a:txBody>
                  <a:tcPr marL="91440" marR="91440" marT="45720" marB="45720">
                    <a:solidFill>
                      <a:srgbClr val="101E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</a:rPr>
                        <a:t>Original .12/.12 or original assignment; verify it</a:t>
                      </a:r>
                    </a:p>
                  </a:txBody>
                  <a:tcPr marL="91440" marR="91440" marT="45720" marB="45720">
                    <a:solidFill>
                      <a:srgbClr val="101E30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DBD1EF-EF0B-49E5-9189-DE3EF5D3F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C4D3E3"/>
                </a:solidFill>
              </a:defRPr>
            </a:defPPr>
            <a:lvl1pPr>
              <a:defRPr sz="1800" b="0">
                <a:solidFill>
                  <a:srgbClr val="C4D3E3"/>
                </a:solidFill>
              </a:defRPr>
            </a:lvl1pPr>
            <a:lvl2pPr>
              <a:defRPr sz="1800" b="0">
                <a:solidFill>
                  <a:srgbClr val="C4D3E3"/>
                </a:solidFill>
              </a:defRPr>
            </a:lvl2pPr>
            <a:lvl3pPr>
              <a:defRPr sz="1800" b="0">
                <a:solidFill>
                  <a:srgbClr val="C4D3E3"/>
                </a:solidFill>
              </a:defRPr>
            </a:lvl3pPr>
            <a:lvl4pPr>
              <a:defRPr sz="1800" b="0">
                <a:solidFill>
                  <a:srgbClr val="C4D3E3"/>
                </a:solidFill>
              </a:defRPr>
            </a:lvl4pPr>
            <a:lvl5pPr>
              <a:defRPr sz="1800" b="0">
                <a:solidFill>
                  <a:srgbClr val="C4D3E3"/>
                </a:solidFill>
              </a:defRPr>
            </a:lvl5pPr>
            <a:lvl6pPr>
              <a:defRPr sz="1800" b="0">
                <a:solidFill>
                  <a:srgbClr val="C4D3E3"/>
                </a:solidFill>
              </a:defRPr>
            </a:lvl6pPr>
            <a:lvl7pPr>
              <a:defRPr sz="1800" b="0">
                <a:solidFill>
                  <a:srgbClr val="C4D3E3"/>
                </a:solidFill>
              </a:defRPr>
            </a:lvl7pPr>
            <a:lvl8pPr>
              <a:defRPr sz="1800" b="0">
                <a:solidFill>
                  <a:srgbClr val="C4D3E3"/>
                </a:solidFill>
              </a:defRPr>
            </a:lvl8pPr>
            <a:lvl9pPr>
              <a:defRPr sz="1800" b="0">
                <a:solidFill>
                  <a:srgbClr val="C4D3E3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C4D3E3"/>
                </a:solidFill>
              </a:defRPr>
            </a:pPr>
            <a:r>
              <a:rPr sz="1800" b="0">
                <a:solidFill>
                  <a:srgbClr val="C4D3E3"/>
                </a:solidFill>
              </a:rPr>
              <a:t>Prediction is not evidence. Record what you actually tested.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FFE871-D0B0-49CC-A184-4D7D7FEFC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72D4C1"/>
                </a:solidFill>
              </a:defRPr>
            </a:defPPr>
            <a:lvl1pPr>
              <a:defRPr sz="1725" b="1">
                <a:solidFill>
                  <a:srgbClr val="72D4C1"/>
                </a:solidFill>
              </a:defRPr>
            </a:lvl1pPr>
            <a:lvl2pPr>
              <a:defRPr sz="1725" b="1">
                <a:solidFill>
                  <a:srgbClr val="72D4C1"/>
                </a:solidFill>
              </a:defRPr>
            </a:lvl2pPr>
            <a:lvl3pPr>
              <a:defRPr sz="1725" b="1">
                <a:solidFill>
                  <a:srgbClr val="72D4C1"/>
                </a:solidFill>
              </a:defRPr>
            </a:lvl3pPr>
            <a:lvl4pPr>
              <a:defRPr sz="1725" b="1">
                <a:solidFill>
                  <a:srgbClr val="72D4C1"/>
                </a:solidFill>
              </a:defRPr>
            </a:lvl4pPr>
            <a:lvl5pPr>
              <a:defRPr sz="1725" b="1">
                <a:solidFill>
                  <a:srgbClr val="72D4C1"/>
                </a:solidFill>
              </a:defRPr>
            </a:lvl5pPr>
            <a:lvl6pPr>
              <a:defRPr sz="1725" b="1">
                <a:solidFill>
                  <a:srgbClr val="72D4C1"/>
                </a:solidFill>
              </a:defRPr>
            </a:lvl6pPr>
            <a:lvl7pPr>
              <a:defRPr sz="1725" b="1">
                <a:solidFill>
                  <a:srgbClr val="72D4C1"/>
                </a:solidFill>
              </a:defRPr>
            </a:lvl7pPr>
            <a:lvl8pPr>
              <a:defRPr sz="1725" b="1">
                <a:solidFill>
                  <a:srgbClr val="72D4C1"/>
                </a:solidFill>
              </a:defRPr>
            </a:lvl8pPr>
            <a:lvl9pPr>
              <a:defRPr sz="1725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72D4C1"/>
                </a:solidFill>
              </a:defRPr>
            </a:pPr>
            <a:r>
              <a:rPr sz="1725" b="1">
                <a:solidFill>
                  <a:srgbClr val="72D4C1"/>
                </a:solidFill>
              </a:rPr>
              <a:t>What would another student still need to repeat your comparison?</a:t>
            </a:r>
          </a:p>
        </p:txBody>
      </p:sp>
    </p:spTree>
    <p:extLst>
      <p:ext uri="{BB962C8B-B14F-4D97-AF65-F5344CB8AC3E}">
        <p14:creationId xmlns:p14="http://schemas.microsoft.com/office/powerpoint/2010/main" val="62365252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A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5FC41C-A7BC-4652-B47A-C4A3DDA932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b08aeb981c4d6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43F973-D22A-4FC5-9A73-0B51D7952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CA78"/>
                </a:solidFill>
              </a:defRPr>
            </a:defPPr>
            <a:lvl1pPr>
              <a:defRPr sz="1350" b="1">
                <a:solidFill>
                  <a:srgbClr val="FFCA78"/>
                </a:solidFill>
              </a:defRPr>
            </a:lvl1pPr>
            <a:lvl2pPr>
              <a:defRPr sz="1350" b="1">
                <a:solidFill>
                  <a:srgbClr val="FFCA78"/>
                </a:solidFill>
              </a:defRPr>
            </a:lvl2pPr>
            <a:lvl3pPr>
              <a:defRPr sz="1350" b="1">
                <a:solidFill>
                  <a:srgbClr val="FFCA78"/>
                </a:solidFill>
              </a:defRPr>
            </a:lvl3pPr>
            <a:lvl4pPr>
              <a:defRPr sz="1350" b="1">
                <a:solidFill>
                  <a:srgbClr val="FFCA78"/>
                </a:solidFill>
              </a:defRPr>
            </a:lvl4pPr>
            <a:lvl5pPr>
              <a:defRPr sz="1350" b="1">
                <a:solidFill>
                  <a:srgbClr val="FFCA78"/>
                </a:solidFill>
              </a:defRPr>
            </a:lvl5pPr>
            <a:lvl6pPr>
              <a:defRPr sz="1350" b="1">
                <a:solidFill>
                  <a:srgbClr val="FFCA78"/>
                </a:solidFill>
              </a:defRPr>
            </a:lvl6pPr>
            <a:lvl7pPr>
              <a:defRPr sz="1350" b="1">
                <a:solidFill>
                  <a:srgbClr val="FFCA78"/>
                </a:solidFill>
              </a:defRPr>
            </a:lvl7pPr>
            <a:lvl8pPr>
              <a:defRPr sz="1350" b="1">
                <a:solidFill>
                  <a:srgbClr val="FFCA78"/>
                </a:solidFill>
              </a:defRPr>
            </a:lvl8pPr>
            <a:lvl9pPr>
              <a:defRPr sz="1350" b="1">
                <a:solidFill>
                  <a:srgbClr val="FFCA78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CA78"/>
                </a:solidFill>
              </a:defRPr>
            </a:pPr>
            <a:r>
              <a:rPr sz="1350" b="1">
                <a:solidFill>
                  <a:srgbClr val="FFCA78"/>
                </a:solidFill>
              </a:rPr>
              <a:t>LAB • 6:25–6:50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E4F1E1-A22D-43FC-A5D2-CB7809BEE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FFFFF"/>
                </a:solidFill>
              </a:defRPr>
            </a:defPPr>
            <a:lvl1pPr>
              <a:defRPr sz="3450" b="1">
                <a:solidFill>
                  <a:srgbClr val="FFFFFF"/>
                </a:solidFill>
              </a:defRPr>
            </a:lvl1pPr>
            <a:lvl2pPr>
              <a:defRPr sz="3450" b="1">
                <a:solidFill>
                  <a:srgbClr val="FFFFFF"/>
                </a:solidFill>
              </a:defRPr>
            </a:lvl2pPr>
            <a:lvl3pPr>
              <a:defRPr sz="3450" b="1">
                <a:solidFill>
                  <a:srgbClr val="FFFFFF"/>
                </a:solidFill>
              </a:defRPr>
            </a:lvl3pPr>
            <a:lvl4pPr>
              <a:defRPr sz="3450" b="1">
                <a:solidFill>
                  <a:srgbClr val="FFFFFF"/>
                </a:solidFill>
              </a:defRPr>
            </a:lvl4pPr>
            <a:lvl5pPr>
              <a:defRPr sz="3450" b="1">
                <a:solidFill>
                  <a:srgbClr val="FFFFFF"/>
                </a:solidFill>
              </a:defRPr>
            </a:lvl5pPr>
            <a:lvl6pPr>
              <a:defRPr sz="3450" b="1">
                <a:solidFill>
                  <a:srgbClr val="FFFFFF"/>
                </a:solidFill>
              </a:defRPr>
            </a:lvl6pPr>
            <a:lvl7pPr>
              <a:defRPr sz="3450" b="1">
                <a:solidFill>
                  <a:srgbClr val="FFFFFF"/>
                </a:solidFill>
              </a:defRPr>
            </a:lvl7pPr>
            <a:lvl8pPr>
              <a:defRPr sz="3450" b="1">
                <a:solidFill>
                  <a:srgbClr val="FFFFFF"/>
                </a:solidFill>
              </a:defRPr>
            </a:lvl8pPr>
            <a:lvl9pPr>
              <a:defRPr sz="34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Your shader: result and explanation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552915-15E3-4A60-B1A3-9DEE5E0CB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C4D3E3"/>
                </a:solidFill>
              </a:defRPr>
            </a:defPPr>
            <a:lvl1pPr>
              <a:defRPr sz="1200" b="0">
                <a:solidFill>
                  <a:srgbClr val="C4D3E3"/>
                </a:solidFill>
              </a:defRPr>
            </a:lvl1pPr>
            <a:lvl2pPr>
              <a:defRPr sz="1200" b="0">
                <a:solidFill>
                  <a:srgbClr val="C4D3E3"/>
                </a:solidFill>
              </a:defRPr>
            </a:lvl2pPr>
            <a:lvl3pPr>
              <a:defRPr sz="1200" b="0">
                <a:solidFill>
                  <a:srgbClr val="C4D3E3"/>
                </a:solidFill>
              </a:defRPr>
            </a:lvl3pPr>
            <a:lvl4pPr>
              <a:defRPr sz="1200" b="0">
                <a:solidFill>
                  <a:srgbClr val="C4D3E3"/>
                </a:solidFill>
              </a:defRPr>
            </a:lvl4pPr>
            <a:lvl5pPr>
              <a:defRPr sz="1200" b="0">
                <a:solidFill>
                  <a:srgbClr val="C4D3E3"/>
                </a:solidFill>
              </a:defRPr>
            </a:lvl5pPr>
            <a:lvl6pPr>
              <a:defRPr sz="1200" b="0">
                <a:solidFill>
                  <a:srgbClr val="C4D3E3"/>
                </a:solidFill>
              </a:defRPr>
            </a:lvl6pPr>
            <a:lvl7pPr>
              <a:defRPr sz="1200" b="0">
                <a:solidFill>
                  <a:srgbClr val="C4D3E3"/>
                </a:solidFill>
              </a:defRPr>
            </a:lvl7pPr>
            <a:lvl8pPr>
              <a:defRPr sz="1200" b="0">
                <a:solidFill>
                  <a:srgbClr val="C4D3E3"/>
                </a:solidFill>
              </a:defRPr>
            </a:lvl8pPr>
            <a:lvl9pPr>
              <a:defRPr sz="1200" b="0">
                <a:solidFill>
                  <a:srgbClr val="C4D3E3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C4D3E3"/>
                </a:solidFill>
              </a:defRPr>
            </a:pPr>
            <a:r>
              <a:rPr sz="1200" b="0">
                <a:solidFill>
                  <a:srgbClr val="C4D3E3"/>
                </a:solidFill>
              </a:rPr>
              <a:t>11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F29CAA-E931-4602-8F78-49F90AF17A21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7829550"/>
              </a:tblGrid>
              <a:tr h="6191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CA78"/>
                          </a:solidFill>
                        </a:rPr>
                        <a:t>Finish your shader</a:t>
                      </a:r>
                    </a:p>
                  </a:txBody>
                  <a:tcPr marL="91440" marR="91440" marT="45720" marB="45720">
                    <a:solidFill>
                      <a:srgbClr val="203B5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CA78"/>
                          </a:solidFill>
                        </a:rPr>
                        <a:t>Use the existing assignment brief</a:t>
                      </a:r>
                    </a:p>
                  </a:txBody>
                  <a:tcPr marL="91440" marR="91440" marT="45720" marB="45720">
                    <a:solidFill>
                      <a:srgbClr val="203B53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FFFFF"/>
                          </a:solidFill>
                        </a:rPr>
                        <a:t>Choose a finish or fix</a:t>
                      </a:r>
                    </a:p>
                  </a:txBody>
                  <a:tcPr marL="91440" marR="91440" marT="45720" marB="45720">
                    <a:solidFill>
                      <a:srgbClr val="101E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FFFFF"/>
                          </a:solidFill>
                        </a:rPr>
                        <a:t>One missing feature, unclear control or visual issue</a:t>
                      </a:r>
                    </a:p>
                  </a:txBody>
                  <a:tcPr marL="91440" marR="91440" marT="45720" marB="45720">
                    <a:solidFill>
                      <a:srgbClr val="101E30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FFFFF"/>
                          </a:solidFill>
                        </a:rPr>
                        <a:t>Test the result</a:t>
                      </a:r>
                    </a:p>
                  </a:txBody>
                  <a:tcPr marL="91440" marR="91440" marT="45720" marB="45720">
                    <a:solidFill>
                      <a:srgbClr val="142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FFFFF"/>
                          </a:solidFill>
                        </a:rPr>
                        <a:t>Check the intended view and one useful edge case</a:t>
                      </a:r>
                    </a:p>
                  </a:txBody>
                  <a:tcPr marL="91440" marR="91440" marT="45720" marB="45720">
                    <a:solidFill>
                      <a:srgbClr val="14263A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FFFFF"/>
                          </a:solidFill>
                        </a:rPr>
                        <a:t>Make the graph readable</a:t>
                      </a:r>
                    </a:p>
                  </a:txBody>
                  <a:tcPr marL="91440" marR="91440" marT="45720" marB="45720">
                    <a:solidFill>
                      <a:srgbClr val="101E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FFFFF"/>
                          </a:solidFill>
                        </a:rPr>
                        <a:t>Group logic and label artist-facing controls</a:t>
                      </a:r>
                    </a:p>
                  </a:txBody>
                  <a:tcPr marL="91440" marR="91440" marT="45720" marB="45720">
                    <a:solidFill>
                      <a:srgbClr val="101E30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FFFFF"/>
                          </a:solidFill>
                        </a:rPr>
                        <a:t>Capture and explain</a:t>
                      </a:r>
                    </a:p>
                  </a:txBody>
                  <a:tcPr marL="91440" marR="91440" marT="45720" marB="45720">
                    <a:solidFill>
                      <a:srgbClr val="142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FFFFF"/>
                          </a:solidFill>
                        </a:rPr>
                        <a:t>Show your result and how the shader produces it</a:t>
                      </a:r>
                    </a:p>
                  </a:txBody>
                  <a:tcPr marL="91440" marR="91440" marT="45720" marB="45720">
                    <a:solidFill>
                      <a:srgbClr val="14263A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FFFFF"/>
                          </a:solidFill>
                        </a:rPr>
                        <a:t>Save your work</a:t>
                      </a:r>
                    </a:p>
                  </a:txBody>
                  <a:tcPr marL="91440" marR="91440" marT="45720" marB="45720">
                    <a:solidFill>
                      <a:srgbClr val="101E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FFFFF"/>
                          </a:solidFill>
                        </a:rPr>
                        <a:t>Keep useful edits; reset temporary reference tests</a:t>
                      </a:r>
                    </a:p>
                  </a:txBody>
                  <a:tcPr marL="91440" marR="91440" marT="45720" marB="45720">
                    <a:solidFill>
                      <a:srgbClr val="101E30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F8088D-EFC8-4719-B972-8D92B9322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72D4C1"/>
                </a:solidFill>
              </a:defRPr>
            </a:defPPr>
            <a:lvl1pPr>
              <a:defRPr sz="1950" b="1">
                <a:solidFill>
                  <a:srgbClr val="72D4C1"/>
                </a:solidFill>
              </a:defRPr>
            </a:lvl1pPr>
            <a:lvl2pPr>
              <a:defRPr sz="1950" b="1">
                <a:solidFill>
                  <a:srgbClr val="72D4C1"/>
                </a:solidFill>
              </a:defRPr>
            </a:lvl2pPr>
            <a:lvl3pPr>
              <a:defRPr sz="1950" b="1">
                <a:solidFill>
                  <a:srgbClr val="72D4C1"/>
                </a:solidFill>
              </a:defRPr>
            </a:lvl3pPr>
            <a:lvl4pPr>
              <a:defRPr sz="1950" b="1">
                <a:solidFill>
                  <a:srgbClr val="72D4C1"/>
                </a:solidFill>
              </a:defRPr>
            </a:lvl4pPr>
            <a:lvl5pPr>
              <a:defRPr sz="1950" b="1">
                <a:solidFill>
                  <a:srgbClr val="72D4C1"/>
                </a:solidFill>
              </a:defRPr>
            </a:lvl5pPr>
            <a:lvl6pPr>
              <a:defRPr sz="1950" b="1">
                <a:solidFill>
                  <a:srgbClr val="72D4C1"/>
                </a:solidFill>
              </a:defRPr>
            </a:lvl6pPr>
            <a:lvl7pPr>
              <a:defRPr sz="1950" b="1">
                <a:solidFill>
                  <a:srgbClr val="72D4C1"/>
                </a:solidFill>
              </a:defRPr>
            </a:lvl7pPr>
            <a:lvl8pPr>
              <a:defRPr sz="1950" b="1">
                <a:solidFill>
                  <a:srgbClr val="72D4C1"/>
                </a:solidFill>
              </a:defRPr>
            </a:lvl8pPr>
            <a:lvl9pPr>
              <a:defRPr sz="1950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72D4C1"/>
                </a:solidFill>
              </a:defRPr>
            </a:pPr>
            <a:r>
              <a:rPr sz="1950" b="1">
                <a:solidFill>
                  <a:srgbClr val="72D4C1"/>
                </a:solidFill>
              </a:rPr>
              <a:t>Use your actual parameter name, values, and observed result.</a:t>
            </a:r>
          </a:p>
        </p:txBody>
      </p:sp>
    </p:spTree>
    <p:extLst>
      <p:ext uri="{BB962C8B-B14F-4D97-AF65-F5344CB8AC3E}">
        <p14:creationId xmlns:p14="http://schemas.microsoft.com/office/powerpoint/2010/main" val="27610590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A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169837-C7B3-43DD-B56A-8E479C9878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b2fdb6eaca4b46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02EC05-4801-4AAF-BBEC-1B5AFDC28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CA78"/>
                </a:solidFill>
              </a:defRPr>
            </a:defPPr>
            <a:lvl1pPr>
              <a:defRPr sz="1350" b="1">
                <a:solidFill>
                  <a:srgbClr val="FFCA78"/>
                </a:solidFill>
              </a:defRPr>
            </a:lvl1pPr>
            <a:lvl2pPr>
              <a:defRPr sz="1350" b="1">
                <a:solidFill>
                  <a:srgbClr val="FFCA78"/>
                </a:solidFill>
              </a:defRPr>
            </a:lvl2pPr>
            <a:lvl3pPr>
              <a:defRPr sz="1350" b="1">
                <a:solidFill>
                  <a:srgbClr val="FFCA78"/>
                </a:solidFill>
              </a:defRPr>
            </a:lvl3pPr>
            <a:lvl4pPr>
              <a:defRPr sz="1350" b="1">
                <a:solidFill>
                  <a:srgbClr val="FFCA78"/>
                </a:solidFill>
              </a:defRPr>
            </a:lvl4pPr>
            <a:lvl5pPr>
              <a:defRPr sz="1350" b="1">
                <a:solidFill>
                  <a:srgbClr val="FFCA78"/>
                </a:solidFill>
              </a:defRPr>
            </a:lvl5pPr>
            <a:lvl6pPr>
              <a:defRPr sz="1350" b="1">
                <a:solidFill>
                  <a:srgbClr val="FFCA78"/>
                </a:solidFill>
              </a:defRPr>
            </a:lvl6pPr>
            <a:lvl7pPr>
              <a:defRPr sz="1350" b="1">
                <a:solidFill>
                  <a:srgbClr val="FFCA78"/>
                </a:solidFill>
              </a:defRPr>
            </a:lvl7pPr>
            <a:lvl8pPr>
              <a:defRPr sz="1350" b="1">
                <a:solidFill>
                  <a:srgbClr val="FFCA78"/>
                </a:solidFill>
              </a:defRPr>
            </a:lvl8pPr>
            <a:lvl9pPr>
              <a:defRPr sz="1350" b="1">
                <a:solidFill>
                  <a:srgbClr val="FFCA78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CA78"/>
                </a:solidFill>
              </a:defRPr>
            </a:pPr>
            <a:r>
              <a:rPr sz="1350" b="1">
                <a:solidFill>
                  <a:srgbClr val="FFCA78"/>
                </a:solidFill>
              </a:rPr>
              <a:t>FINAL ASSIGNMENT · ROUGH OUTLINE · 6:50–6:55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A17BC6-AF1B-4450-96C3-C159F6582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FFFFF"/>
                </a:solidFill>
              </a:defRPr>
            </a:defPPr>
            <a:lvl1pPr>
              <a:defRPr sz="3150" b="1">
                <a:solidFill>
                  <a:srgbClr val="FFFFFF"/>
                </a:solidFill>
              </a:defRPr>
            </a:lvl1pPr>
            <a:lvl2pPr>
              <a:defRPr sz="3150" b="1">
                <a:solidFill>
                  <a:srgbClr val="FFFFFF"/>
                </a:solidFill>
              </a:defRPr>
            </a:lvl2pPr>
            <a:lvl3pPr>
              <a:defRPr sz="3150" b="1">
                <a:solidFill>
                  <a:srgbClr val="FFFFFF"/>
                </a:solidFill>
              </a:defRPr>
            </a:lvl3pPr>
            <a:lvl4pPr>
              <a:defRPr sz="3150" b="1">
                <a:solidFill>
                  <a:srgbClr val="FFFFFF"/>
                </a:solidFill>
              </a:defRPr>
            </a:lvl4pPr>
            <a:lvl5pPr>
              <a:defRPr sz="3150" b="1">
                <a:solidFill>
                  <a:srgbClr val="FFFFFF"/>
                </a:solidFill>
              </a:defRPr>
            </a:lvl5pPr>
            <a:lvl6pPr>
              <a:defRPr sz="3150" b="1">
                <a:solidFill>
                  <a:srgbClr val="FFFFFF"/>
                </a:solidFill>
              </a:defRPr>
            </a:lvl6pPr>
            <a:lvl7pPr>
              <a:defRPr sz="3150" b="1">
                <a:solidFill>
                  <a:srgbClr val="FFFFFF"/>
                </a:solidFill>
              </a:defRPr>
            </a:lvl7pPr>
            <a:lvl8pPr>
              <a:defRPr sz="3150" b="1">
                <a:solidFill>
                  <a:srgbClr val="FFFFFF"/>
                </a:solidFill>
              </a:defRPr>
            </a:lvl8pPr>
            <a:lvl9pPr>
              <a:defRPr sz="31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Final project: exploratory technical art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68DEE7-B5F9-499F-BD4F-A20BD72B8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C4D3E3"/>
                </a:solidFill>
              </a:defRPr>
            </a:defPPr>
            <a:lvl1pPr>
              <a:defRPr sz="1200" b="0">
                <a:solidFill>
                  <a:srgbClr val="C4D3E3"/>
                </a:solidFill>
              </a:defRPr>
            </a:lvl1pPr>
            <a:lvl2pPr>
              <a:defRPr sz="1200" b="0">
                <a:solidFill>
                  <a:srgbClr val="C4D3E3"/>
                </a:solidFill>
              </a:defRPr>
            </a:lvl2pPr>
            <a:lvl3pPr>
              <a:defRPr sz="1200" b="0">
                <a:solidFill>
                  <a:srgbClr val="C4D3E3"/>
                </a:solidFill>
              </a:defRPr>
            </a:lvl3pPr>
            <a:lvl4pPr>
              <a:defRPr sz="1200" b="0">
                <a:solidFill>
                  <a:srgbClr val="C4D3E3"/>
                </a:solidFill>
              </a:defRPr>
            </a:lvl4pPr>
            <a:lvl5pPr>
              <a:defRPr sz="1200" b="0">
                <a:solidFill>
                  <a:srgbClr val="C4D3E3"/>
                </a:solidFill>
              </a:defRPr>
            </a:lvl5pPr>
            <a:lvl6pPr>
              <a:defRPr sz="1200" b="0">
                <a:solidFill>
                  <a:srgbClr val="C4D3E3"/>
                </a:solidFill>
              </a:defRPr>
            </a:lvl6pPr>
            <a:lvl7pPr>
              <a:defRPr sz="1200" b="0">
                <a:solidFill>
                  <a:srgbClr val="C4D3E3"/>
                </a:solidFill>
              </a:defRPr>
            </a:lvl7pPr>
            <a:lvl8pPr>
              <a:defRPr sz="1200" b="0">
                <a:solidFill>
                  <a:srgbClr val="C4D3E3"/>
                </a:solidFill>
              </a:defRPr>
            </a:lvl8pPr>
            <a:lvl9pPr>
              <a:defRPr sz="1200" b="0">
                <a:solidFill>
                  <a:srgbClr val="C4D3E3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C4D3E3"/>
                </a:solidFill>
              </a:defRPr>
            </a:pPr>
            <a:r>
              <a:rPr sz="1200" b="0">
                <a:solidFill>
                  <a:srgbClr val="C4D3E3"/>
                </a:solidFill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B0EEB4-65D3-4B5B-9260-2D3CE0F77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53340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D40"/>
          </a:solidFill>
          <a:ln xmlns:a="http://schemas.openxmlformats.org/drawingml/2006/main" w="9525">
            <a:solidFill>
              <a:srgbClr val="38566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515E30-CC2C-4879-8C0F-488F414E9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336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72D4C1"/>
                </a:solidFill>
              </a:defRPr>
            </a:defPPr>
            <a:lvl1pPr>
              <a:defRPr sz="2100" b="1">
                <a:solidFill>
                  <a:srgbClr val="72D4C1"/>
                </a:solidFill>
              </a:defRPr>
            </a:lvl1pPr>
            <a:lvl2pPr>
              <a:defRPr sz="2100" b="1">
                <a:solidFill>
                  <a:srgbClr val="72D4C1"/>
                </a:solidFill>
              </a:defRPr>
            </a:lvl2pPr>
            <a:lvl3pPr>
              <a:defRPr sz="2100" b="1">
                <a:solidFill>
                  <a:srgbClr val="72D4C1"/>
                </a:solidFill>
              </a:defRPr>
            </a:lvl3pPr>
            <a:lvl4pPr>
              <a:defRPr sz="2100" b="1">
                <a:solidFill>
                  <a:srgbClr val="72D4C1"/>
                </a:solidFill>
              </a:defRPr>
            </a:lvl4pPr>
            <a:lvl5pPr>
              <a:defRPr sz="2100" b="1">
                <a:solidFill>
                  <a:srgbClr val="72D4C1"/>
                </a:solidFill>
              </a:defRPr>
            </a:lvl5pPr>
            <a:lvl6pPr>
              <a:defRPr sz="2100" b="1">
                <a:solidFill>
                  <a:srgbClr val="72D4C1"/>
                </a:solidFill>
              </a:defRPr>
            </a:lvl6pPr>
            <a:lvl7pPr>
              <a:defRPr sz="2100" b="1">
                <a:solidFill>
                  <a:srgbClr val="72D4C1"/>
                </a:solidFill>
              </a:defRPr>
            </a:lvl7pPr>
            <a:lvl8pPr>
              <a:defRPr sz="2100" b="1">
                <a:solidFill>
                  <a:srgbClr val="72D4C1"/>
                </a:solidFill>
              </a:defRPr>
            </a:lvl8pPr>
            <a:lvl9pPr>
              <a:defRPr sz="2100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72D4C1"/>
                </a:solidFill>
              </a:defRPr>
            </a:pPr>
            <a:r>
              <a:rPr sz="2100" b="1">
                <a:solidFill>
                  <a:srgbClr val="72D4C1"/>
                </a:solidFill>
              </a:rPr>
              <a:t>Explore and build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ADE494-9A4F-4D0F-BF05-A39DBA952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19375"/>
            <a:ext cx="4953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FFFFFF"/>
                </a:solidFill>
              </a:defRPr>
            </a:defPPr>
            <a:lvl1pPr>
              <a:defRPr sz="1800" b="0">
                <a:solidFill>
                  <a:srgbClr val="FFFFFF"/>
                </a:solidFill>
              </a:defRPr>
            </a:lvl1pPr>
            <a:lvl2pPr>
              <a:defRPr sz="1800" b="0">
                <a:solidFill>
                  <a:srgbClr val="FFFFFF"/>
                </a:solidFill>
              </a:defRPr>
            </a:lvl2pPr>
            <a:lvl3pPr>
              <a:defRPr sz="1800" b="0">
                <a:solidFill>
                  <a:srgbClr val="FFFFFF"/>
                </a:solidFill>
              </a:defRPr>
            </a:lvl3pPr>
            <a:lvl4pPr>
              <a:defRPr sz="1800" b="0">
                <a:solidFill>
                  <a:srgbClr val="FFFFFF"/>
                </a:solidFill>
              </a:defRPr>
            </a:lvl4pPr>
            <a:lvl5pPr>
              <a:defRPr sz="1800" b="0">
                <a:solidFill>
                  <a:srgbClr val="FFFFFF"/>
                </a:solidFill>
              </a:defRPr>
            </a:lvl5pPr>
            <a:lvl6pPr>
              <a:defRPr sz="1800" b="0">
                <a:solidFill>
                  <a:srgbClr val="FFFFFF"/>
                </a:solidFill>
              </a:defRPr>
            </a:lvl6pPr>
            <a:lvl7pPr>
              <a:defRPr sz="1800" b="0">
                <a:solidFill>
                  <a:srgbClr val="FFFFFF"/>
                </a:solidFill>
              </a:defRPr>
            </a:lvl7pPr>
            <a:lvl8pPr>
              <a:defRPr sz="1800" b="0">
                <a:solidFill>
                  <a:srgbClr val="FFFFFF"/>
                </a:solidFill>
              </a:defRPr>
            </a:lvl8pPr>
            <a:lvl9pPr>
              <a:defRPr sz="180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Choose a technical-art question.</a:t>
            </a:r>
          </a:p>
          <a:p xmlns:a="http://schemas.openxmlformats.org/drawingml/2006/main">
            <a:pPr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Make a tool, shader, procedural (PCG) system, effect or other exploration. A tool is optional.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84A16E-6D70-45DF-8856-3ECFF2B09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00250"/>
            <a:ext cx="5410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D40"/>
          </a:solidFill>
          <a:ln xmlns:a="http://schemas.openxmlformats.org/drawingml/2006/main" w="9525">
            <a:solidFill>
              <a:srgbClr val="38566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CA32CD-9436-4B19-B803-982B9C029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33600"/>
            <a:ext cx="502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72D4C1"/>
                </a:solidFill>
              </a:defRPr>
            </a:defPPr>
            <a:lvl1pPr>
              <a:defRPr sz="2100" b="1">
                <a:solidFill>
                  <a:srgbClr val="72D4C1"/>
                </a:solidFill>
              </a:defRPr>
            </a:lvl1pPr>
            <a:lvl2pPr>
              <a:defRPr sz="2100" b="1">
                <a:solidFill>
                  <a:srgbClr val="72D4C1"/>
                </a:solidFill>
              </a:defRPr>
            </a:lvl2pPr>
            <a:lvl3pPr>
              <a:defRPr sz="2100" b="1">
                <a:solidFill>
                  <a:srgbClr val="72D4C1"/>
                </a:solidFill>
              </a:defRPr>
            </a:lvl3pPr>
            <a:lvl4pPr>
              <a:defRPr sz="2100" b="1">
                <a:solidFill>
                  <a:srgbClr val="72D4C1"/>
                </a:solidFill>
              </a:defRPr>
            </a:lvl4pPr>
            <a:lvl5pPr>
              <a:defRPr sz="2100" b="1">
                <a:solidFill>
                  <a:srgbClr val="72D4C1"/>
                </a:solidFill>
              </a:defRPr>
            </a:lvl5pPr>
            <a:lvl6pPr>
              <a:defRPr sz="2100" b="1">
                <a:solidFill>
                  <a:srgbClr val="72D4C1"/>
                </a:solidFill>
              </a:defRPr>
            </a:lvl6pPr>
            <a:lvl7pPr>
              <a:defRPr sz="2100" b="1">
                <a:solidFill>
                  <a:srgbClr val="72D4C1"/>
                </a:solidFill>
              </a:defRPr>
            </a:lvl7pPr>
            <a:lvl8pPr>
              <a:defRPr sz="2100" b="1">
                <a:solidFill>
                  <a:srgbClr val="72D4C1"/>
                </a:solidFill>
              </a:defRPr>
            </a:lvl8pPr>
            <a:lvl9pPr>
              <a:defRPr sz="2100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72D4C1"/>
                </a:solidFill>
              </a:defRPr>
            </a:pPr>
            <a:r>
              <a:rPr sz="2100" b="1">
                <a:solidFill>
                  <a:srgbClr val="72D4C1"/>
                </a:solidFill>
              </a:rPr>
              <a:t>Work solo or in a group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E491DB-E43F-4874-AE5E-F20CE7FB6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619375"/>
            <a:ext cx="50292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FFFFFF"/>
                </a:solidFill>
              </a:defRPr>
            </a:defPPr>
            <a:lvl1pPr>
              <a:defRPr sz="1800" b="0">
                <a:solidFill>
                  <a:srgbClr val="FFFFFF"/>
                </a:solidFill>
              </a:defRPr>
            </a:lvl1pPr>
            <a:lvl2pPr>
              <a:defRPr sz="1800" b="0">
                <a:solidFill>
                  <a:srgbClr val="FFFFFF"/>
                </a:solidFill>
              </a:defRPr>
            </a:lvl2pPr>
            <a:lvl3pPr>
              <a:defRPr sz="1800" b="0">
                <a:solidFill>
                  <a:srgbClr val="FFFFFF"/>
                </a:solidFill>
              </a:defRPr>
            </a:lvl3pPr>
            <a:lvl4pPr>
              <a:defRPr sz="1800" b="0">
                <a:solidFill>
                  <a:srgbClr val="FFFFFF"/>
                </a:solidFill>
              </a:defRPr>
            </a:lvl4pPr>
            <a:lvl5pPr>
              <a:defRPr sz="1800" b="0">
                <a:solidFill>
                  <a:srgbClr val="FFFFFF"/>
                </a:solidFill>
              </a:defRPr>
            </a:lvl5pPr>
            <a:lvl6pPr>
              <a:defRPr sz="1800" b="0">
                <a:solidFill>
                  <a:srgbClr val="FFFFFF"/>
                </a:solidFill>
              </a:defRPr>
            </a:lvl6pPr>
            <a:lvl7pPr>
              <a:defRPr sz="1800" b="0">
                <a:solidFill>
                  <a:srgbClr val="FFFFFF"/>
                </a:solidFill>
              </a:defRPr>
            </a:lvl7pPr>
            <a:lvl8pPr>
              <a:defRPr sz="1800" b="0">
                <a:solidFill>
                  <a:srgbClr val="FFFFFF"/>
                </a:solidFill>
              </a:defRPr>
            </a:lvl8pPr>
            <a:lvl9pPr>
              <a:defRPr sz="180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Scope a small, functional result, as with the midterm.</a:t>
            </a:r>
          </a:p>
          <a:p xmlns:a="http://schemas.openxmlformats.org/drawingml/2006/main">
            <a:pPr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For teams, define each person’s contribution.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AD2D87-0262-4765-884F-FDBB05C88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71925"/>
            <a:ext cx="53340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D40"/>
          </a:solidFill>
          <a:ln xmlns:a="http://schemas.openxmlformats.org/drawingml/2006/main" w="9525">
            <a:solidFill>
              <a:srgbClr val="38566D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76B46A-171D-408E-A526-D7B0427F2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0527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72D4C1"/>
                </a:solidFill>
              </a:defRPr>
            </a:defPPr>
            <a:lvl1pPr>
              <a:defRPr sz="2100" b="1">
                <a:solidFill>
                  <a:srgbClr val="72D4C1"/>
                </a:solidFill>
              </a:defRPr>
            </a:lvl1pPr>
            <a:lvl2pPr>
              <a:defRPr sz="2100" b="1">
                <a:solidFill>
                  <a:srgbClr val="72D4C1"/>
                </a:solidFill>
              </a:defRPr>
            </a:lvl2pPr>
            <a:lvl3pPr>
              <a:defRPr sz="2100" b="1">
                <a:solidFill>
                  <a:srgbClr val="72D4C1"/>
                </a:solidFill>
              </a:defRPr>
            </a:lvl3pPr>
            <a:lvl4pPr>
              <a:defRPr sz="2100" b="1">
                <a:solidFill>
                  <a:srgbClr val="72D4C1"/>
                </a:solidFill>
              </a:defRPr>
            </a:lvl4pPr>
            <a:lvl5pPr>
              <a:defRPr sz="2100" b="1">
                <a:solidFill>
                  <a:srgbClr val="72D4C1"/>
                </a:solidFill>
              </a:defRPr>
            </a:lvl5pPr>
            <a:lvl6pPr>
              <a:defRPr sz="2100" b="1">
                <a:solidFill>
                  <a:srgbClr val="72D4C1"/>
                </a:solidFill>
              </a:defRPr>
            </a:lvl6pPr>
            <a:lvl7pPr>
              <a:defRPr sz="2100" b="1">
                <a:solidFill>
                  <a:srgbClr val="72D4C1"/>
                </a:solidFill>
              </a:defRPr>
            </a:lvl7pPr>
            <a:lvl8pPr>
              <a:defRPr sz="2100" b="1">
                <a:solidFill>
                  <a:srgbClr val="72D4C1"/>
                </a:solidFill>
              </a:defRPr>
            </a:lvl8pPr>
            <a:lvl9pPr>
              <a:defRPr sz="2100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72D4C1"/>
                </a:solidFill>
              </a:defRPr>
            </a:pPr>
            <a:r>
              <a:rPr sz="2100" b="1">
                <a:solidFill>
                  <a:srgbClr val="72D4C1"/>
                </a:solidFill>
              </a:rPr>
              <a:t>Final presentation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EE16E1-80F3-4CD1-8A45-60F684004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91050"/>
            <a:ext cx="4953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FFFFFF"/>
                </a:solidFill>
              </a:defRPr>
            </a:defPPr>
            <a:lvl1pPr>
              <a:defRPr sz="1800" b="0">
                <a:solidFill>
                  <a:srgbClr val="FFFFFF"/>
                </a:solidFill>
              </a:defRPr>
            </a:lvl1pPr>
            <a:lvl2pPr>
              <a:defRPr sz="1800" b="0">
                <a:solidFill>
                  <a:srgbClr val="FFFFFF"/>
                </a:solidFill>
              </a:defRPr>
            </a:lvl2pPr>
            <a:lvl3pPr>
              <a:defRPr sz="1800" b="0">
                <a:solidFill>
                  <a:srgbClr val="FFFFFF"/>
                </a:solidFill>
              </a:defRPr>
            </a:lvl3pPr>
            <a:lvl4pPr>
              <a:defRPr sz="1800" b="0">
                <a:solidFill>
                  <a:srgbClr val="FFFFFF"/>
                </a:solidFill>
              </a:defRPr>
            </a:lvl4pPr>
            <a:lvl5pPr>
              <a:defRPr sz="1800" b="0">
                <a:solidFill>
                  <a:srgbClr val="FFFFFF"/>
                </a:solidFill>
              </a:defRPr>
            </a:lvl5pPr>
            <a:lvl6pPr>
              <a:defRPr sz="1800" b="0">
                <a:solidFill>
                  <a:srgbClr val="FFFFFF"/>
                </a:solidFill>
              </a:defRPr>
            </a:lvl6pPr>
            <a:lvl7pPr>
              <a:defRPr sz="1800" b="0">
                <a:solidFill>
                  <a:srgbClr val="FFFFFF"/>
                </a:solidFill>
              </a:defRPr>
            </a:lvl7pPr>
            <a:lvl8pPr>
              <a:defRPr sz="1800" b="0">
                <a:solidFill>
                  <a:srgbClr val="FFFFFF"/>
                </a:solidFill>
              </a:defRPr>
            </a:lvl8pPr>
            <a:lvl9pPr>
              <a:defRPr sz="180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Teach the class and demonstrate your work.</a:t>
            </a:r>
          </a:p>
          <a:p xmlns:a="http://schemas.openxmlformats.org/drawingml/2006/main">
            <a:pPr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Explain the concept, experiments, results and limitations.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11EDD1-3A7D-4F7B-BA3E-8A43DA329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971925"/>
            <a:ext cx="5410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D40"/>
          </a:solidFill>
          <a:ln xmlns:a="http://schemas.openxmlformats.org/drawingml/2006/main" w="9525">
            <a:solidFill>
              <a:srgbClr val="38566D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725704-C52D-4426-B6F1-0081D738E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05275"/>
            <a:ext cx="502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72D4C1"/>
                </a:solidFill>
              </a:defRPr>
            </a:defPPr>
            <a:lvl1pPr>
              <a:defRPr sz="2100" b="1">
                <a:solidFill>
                  <a:srgbClr val="72D4C1"/>
                </a:solidFill>
              </a:defRPr>
            </a:lvl1pPr>
            <a:lvl2pPr>
              <a:defRPr sz="2100" b="1">
                <a:solidFill>
                  <a:srgbClr val="72D4C1"/>
                </a:solidFill>
              </a:defRPr>
            </a:lvl2pPr>
            <a:lvl3pPr>
              <a:defRPr sz="2100" b="1">
                <a:solidFill>
                  <a:srgbClr val="72D4C1"/>
                </a:solidFill>
              </a:defRPr>
            </a:lvl3pPr>
            <a:lvl4pPr>
              <a:defRPr sz="2100" b="1">
                <a:solidFill>
                  <a:srgbClr val="72D4C1"/>
                </a:solidFill>
              </a:defRPr>
            </a:lvl4pPr>
            <a:lvl5pPr>
              <a:defRPr sz="2100" b="1">
                <a:solidFill>
                  <a:srgbClr val="72D4C1"/>
                </a:solidFill>
              </a:defRPr>
            </a:lvl5pPr>
            <a:lvl6pPr>
              <a:defRPr sz="2100" b="1">
                <a:solidFill>
                  <a:srgbClr val="72D4C1"/>
                </a:solidFill>
              </a:defRPr>
            </a:lvl6pPr>
            <a:lvl7pPr>
              <a:defRPr sz="2100" b="1">
                <a:solidFill>
                  <a:srgbClr val="72D4C1"/>
                </a:solidFill>
              </a:defRPr>
            </a:lvl7pPr>
            <a:lvl8pPr>
              <a:defRPr sz="2100" b="1">
                <a:solidFill>
                  <a:srgbClr val="72D4C1"/>
                </a:solidFill>
              </a:defRPr>
            </a:lvl8pPr>
            <a:lvl9pPr>
              <a:defRPr sz="2100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72D4C1"/>
                </a:solidFill>
              </a:defRPr>
            </a:pPr>
            <a:r>
              <a:rPr sz="2100" b="1">
                <a:solidFill>
                  <a:srgbClr val="72D4C1"/>
                </a:solidFill>
              </a:rPr>
              <a:t>Develop a portfolio piece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39AE20-4A79-48DC-B506-E434FE856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591050"/>
            <a:ext cx="50292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FFFFFF"/>
                </a:solidFill>
              </a:defRPr>
            </a:defPPr>
            <a:lvl1pPr>
              <a:defRPr sz="1800" b="0">
                <a:solidFill>
                  <a:srgbClr val="FFFFFF"/>
                </a:solidFill>
              </a:defRPr>
            </a:lvl1pPr>
            <a:lvl2pPr>
              <a:defRPr sz="1800" b="0">
                <a:solidFill>
                  <a:srgbClr val="FFFFFF"/>
                </a:solidFill>
              </a:defRPr>
            </a:lvl2pPr>
            <a:lvl3pPr>
              <a:defRPr sz="1800" b="0">
                <a:solidFill>
                  <a:srgbClr val="FFFFFF"/>
                </a:solidFill>
              </a:defRPr>
            </a:lvl3pPr>
            <a:lvl4pPr>
              <a:defRPr sz="1800" b="0">
                <a:solidFill>
                  <a:srgbClr val="FFFFFF"/>
                </a:solidFill>
              </a:defRPr>
            </a:lvl4pPr>
            <a:lvl5pPr>
              <a:defRPr sz="1800" b="0">
                <a:solidFill>
                  <a:srgbClr val="FFFFFF"/>
                </a:solidFill>
              </a:defRPr>
            </a:lvl5pPr>
            <a:lvl6pPr>
              <a:defRPr sz="1800" b="0">
                <a:solidFill>
                  <a:srgbClr val="FFFFFF"/>
                </a:solidFill>
              </a:defRPr>
            </a:lvl6pPr>
            <a:lvl7pPr>
              <a:defRPr sz="1800" b="0">
                <a:solidFill>
                  <a:srgbClr val="FFFFFF"/>
                </a:solidFill>
              </a:defRPr>
            </a:lvl7pPr>
            <a:lvl8pPr>
              <a:defRPr sz="1800" b="0">
                <a:solidFill>
                  <a:srgbClr val="FFFFFF"/>
                </a:solidFill>
              </a:defRPr>
            </a:lvl8pPr>
            <a:lvl9pPr>
              <a:defRPr sz="180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Plan a clear breakdown with visuals, your process and evidence.</a:t>
            </a:r>
          </a:p>
          <a:p xmlns:a="http://schemas.openxmlformats.org/drawingml/2006/main">
            <a:pPr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Show what you contributed and learned.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B3CF1C-D4F4-4C9C-BF0B-6F98468F9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71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72D4C1"/>
                </a:solidFill>
              </a:defRPr>
            </a:defPPr>
            <a:lvl1pPr>
              <a:defRPr sz="1875" b="1">
                <a:solidFill>
                  <a:srgbClr val="72D4C1"/>
                </a:solidFill>
              </a:defRPr>
            </a:lvl1pPr>
            <a:lvl2pPr>
              <a:defRPr sz="1875" b="1">
                <a:solidFill>
                  <a:srgbClr val="72D4C1"/>
                </a:solidFill>
              </a:defRPr>
            </a:lvl2pPr>
            <a:lvl3pPr>
              <a:defRPr sz="1875" b="1">
                <a:solidFill>
                  <a:srgbClr val="72D4C1"/>
                </a:solidFill>
              </a:defRPr>
            </a:lvl3pPr>
            <a:lvl4pPr>
              <a:defRPr sz="1875" b="1">
                <a:solidFill>
                  <a:srgbClr val="72D4C1"/>
                </a:solidFill>
              </a:defRPr>
            </a:lvl4pPr>
            <a:lvl5pPr>
              <a:defRPr sz="1875" b="1">
                <a:solidFill>
                  <a:srgbClr val="72D4C1"/>
                </a:solidFill>
              </a:defRPr>
            </a:lvl5pPr>
            <a:lvl6pPr>
              <a:defRPr sz="1875" b="1">
                <a:solidFill>
                  <a:srgbClr val="72D4C1"/>
                </a:solidFill>
              </a:defRPr>
            </a:lvl6pPr>
            <a:lvl7pPr>
              <a:defRPr sz="1875" b="1">
                <a:solidFill>
                  <a:srgbClr val="72D4C1"/>
                </a:solidFill>
              </a:defRPr>
            </a:lvl7pPr>
            <a:lvl8pPr>
              <a:defRPr sz="1875" b="1">
                <a:solidFill>
                  <a:srgbClr val="72D4C1"/>
                </a:solidFill>
              </a:defRPr>
            </a:lvl8pPr>
            <a:lvl9pPr>
              <a:defRPr sz="1875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72D4C1"/>
                </a:solidFill>
              </a:defRPr>
            </a:pPr>
            <a:r>
              <a:rPr sz="1875" b="1">
                <a:solidFill>
                  <a:srgbClr val="72D4C1"/>
                </a:solidFill>
              </a:rPr>
              <a:t>Start with: question → minimum useful result → test → teaching goal</a:t>
            </a:r>
          </a:p>
        </p:txBody>
      </p:sp>
    </p:spTree>
    <p:extLst>
      <p:ext uri="{BB962C8B-B14F-4D97-AF65-F5344CB8AC3E}">
        <p14:creationId xmlns:p14="http://schemas.microsoft.com/office/powerpoint/2010/main" val="72924381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A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9C82B3-3763-4D08-A9D6-9B4459DE46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cd1bc68d4a4174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7F96F5-E811-4AFA-86DC-A5CF9A3AA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CA78"/>
                </a:solidFill>
              </a:defRPr>
            </a:defPPr>
            <a:lvl1pPr>
              <a:defRPr sz="1350" b="1">
                <a:solidFill>
                  <a:srgbClr val="FFCA78"/>
                </a:solidFill>
              </a:defRPr>
            </a:lvl1pPr>
            <a:lvl2pPr>
              <a:defRPr sz="1350" b="1">
                <a:solidFill>
                  <a:srgbClr val="FFCA78"/>
                </a:solidFill>
              </a:defRPr>
            </a:lvl2pPr>
            <a:lvl3pPr>
              <a:defRPr sz="1350" b="1">
                <a:solidFill>
                  <a:srgbClr val="FFCA78"/>
                </a:solidFill>
              </a:defRPr>
            </a:lvl3pPr>
            <a:lvl4pPr>
              <a:defRPr sz="1350" b="1">
                <a:solidFill>
                  <a:srgbClr val="FFCA78"/>
                </a:solidFill>
              </a:defRPr>
            </a:lvl4pPr>
            <a:lvl5pPr>
              <a:defRPr sz="1350" b="1">
                <a:solidFill>
                  <a:srgbClr val="FFCA78"/>
                </a:solidFill>
              </a:defRPr>
            </a:lvl5pPr>
            <a:lvl6pPr>
              <a:defRPr sz="1350" b="1">
                <a:solidFill>
                  <a:srgbClr val="FFCA78"/>
                </a:solidFill>
              </a:defRPr>
            </a:lvl6pPr>
            <a:lvl7pPr>
              <a:defRPr sz="1350" b="1">
                <a:solidFill>
                  <a:srgbClr val="FFCA78"/>
                </a:solidFill>
              </a:defRPr>
            </a:lvl7pPr>
            <a:lvl8pPr>
              <a:defRPr sz="1350" b="1">
                <a:solidFill>
                  <a:srgbClr val="FFCA78"/>
                </a:solidFill>
              </a:defRPr>
            </a:lvl8pPr>
            <a:lvl9pPr>
              <a:defRPr sz="1350" b="1">
                <a:solidFill>
                  <a:srgbClr val="FFCA78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CA78"/>
                </a:solidFill>
              </a:defRPr>
            </a:pPr>
            <a:r>
              <a:rPr sz="1350" b="1">
                <a:solidFill>
                  <a:srgbClr val="FFCA78"/>
                </a:solidFill>
              </a:rPr>
              <a:t>PROJECT DISCUSSION · 6:55–7:00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93F522-91F0-4272-9AB9-51DE52E83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FFFFF"/>
                </a:solidFill>
              </a:defRPr>
            </a:defPPr>
            <a:lvl1pPr>
              <a:defRPr sz="3150" b="1">
                <a:solidFill>
                  <a:srgbClr val="FFFFFF"/>
                </a:solidFill>
              </a:defRPr>
            </a:lvl1pPr>
            <a:lvl2pPr>
              <a:defRPr sz="3150" b="1">
                <a:solidFill>
                  <a:srgbClr val="FFFFFF"/>
                </a:solidFill>
              </a:defRPr>
            </a:lvl2pPr>
            <a:lvl3pPr>
              <a:defRPr sz="3150" b="1">
                <a:solidFill>
                  <a:srgbClr val="FFFFFF"/>
                </a:solidFill>
              </a:defRPr>
            </a:lvl3pPr>
            <a:lvl4pPr>
              <a:defRPr sz="3150" b="1">
                <a:solidFill>
                  <a:srgbClr val="FFFFFF"/>
                </a:solidFill>
              </a:defRPr>
            </a:lvl4pPr>
            <a:lvl5pPr>
              <a:defRPr sz="3150" b="1">
                <a:solidFill>
                  <a:srgbClr val="FFFFFF"/>
                </a:solidFill>
              </a:defRPr>
            </a:lvl5pPr>
            <a:lvl6pPr>
              <a:defRPr sz="3150" b="1">
                <a:solidFill>
                  <a:srgbClr val="FFFFFF"/>
                </a:solidFill>
              </a:defRPr>
            </a:lvl6pPr>
            <a:lvl7pPr>
              <a:defRPr sz="3150" b="1">
                <a:solidFill>
                  <a:srgbClr val="FFFFFF"/>
                </a:solidFill>
              </a:defRPr>
            </a:lvl7pPr>
            <a:lvl8pPr>
              <a:defRPr sz="3150" b="1">
                <a:solidFill>
                  <a:srgbClr val="FFFFFF"/>
                </a:solidFill>
              </a:defRPr>
            </a:lvl8pPr>
            <a:lvl9pPr>
              <a:defRPr sz="31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Your project starting point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9520E7-538D-40E9-AC59-D1B066D11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C4D3E3"/>
                </a:solidFill>
              </a:defRPr>
            </a:defPPr>
            <a:lvl1pPr>
              <a:defRPr sz="1200" b="0">
                <a:solidFill>
                  <a:srgbClr val="C4D3E3"/>
                </a:solidFill>
              </a:defRPr>
            </a:lvl1pPr>
            <a:lvl2pPr>
              <a:defRPr sz="1200" b="0">
                <a:solidFill>
                  <a:srgbClr val="C4D3E3"/>
                </a:solidFill>
              </a:defRPr>
            </a:lvl2pPr>
            <a:lvl3pPr>
              <a:defRPr sz="1200" b="0">
                <a:solidFill>
                  <a:srgbClr val="C4D3E3"/>
                </a:solidFill>
              </a:defRPr>
            </a:lvl3pPr>
            <a:lvl4pPr>
              <a:defRPr sz="1200" b="0">
                <a:solidFill>
                  <a:srgbClr val="C4D3E3"/>
                </a:solidFill>
              </a:defRPr>
            </a:lvl4pPr>
            <a:lvl5pPr>
              <a:defRPr sz="1200" b="0">
                <a:solidFill>
                  <a:srgbClr val="C4D3E3"/>
                </a:solidFill>
              </a:defRPr>
            </a:lvl5pPr>
            <a:lvl6pPr>
              <a:defRPr sz="1200" b="0">
                <a:solidFill>
                  <a:srgbClr val="C4D3E3"/>
                </a:solidFill>
              </a:defRPr>
            </a:lvl6pPr>
            <a:lvl7pPr>
              <a:defRPr sz="1200" b="0">
                <a:solidFill>
                  <a:srgbClr val="C4D3E3"/>
                </a:solidFill>
              </a:defRPr>
            </a:lvl7pPr>
            <a:lvl8pPr>
              <a:defRPr sz="1200" b="0">
                <a:solidFill>
                  <a:srgbClr val="C4D3E3"/>
                </a:solidFill>
              </a:defRPr>
            </a:lvl8pPr>
            <a:lvl9pPr>
              <a:defRPr sz="1200" b="0">
                <a:solidFill>
                  <a:srgbClr val="C4D3E3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C4D3E3"/>
                </a:solidFill>
              </a:defRPr>
            </a:pPr>
            <a:r>
              <a:rPr sz="1200" b="0">
                <a:solidFill>
                  <a:srgbClr val="C4D3E3"/>
                </a:solidFill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6F16D8-0E82-4265-B9CB-45748943F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0972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D40"/>
          </a:solidFill>
          <a:ln xmlns:a="http://schemas.openxmlformats.org/drawingml/2006/main" w="9525">
            <a:solidFill>
              <a:srgbClr val="38566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68B5A4-E368-4E57-B738-0350C2415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33600"/>
            <a:ext cx="10591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72D4C1"/>
                </a:solidFill>
              </a:defRPr>
            </a:defPPr>
            <a:lvl1pPr>
              <a:defRPr sz="2100" b="1">
                <a:solidFill>
                  <a:srgbClr val="72D4C1"/>
                </a:solidFill>
              </a:defRPr>
            </a:lvl1pPr>
            <a:lvl2pPr>
              <a:defRPr sz="2100" b="1">
                <a:solidFill>
                  <a:srgbClr val="72D4C1"/>
                </a:solidFill>
              </a:defRPr>
            </a:lvl2pPr>
            <a:lvl3pPr>
              <a:defRPr sz="2100" b="1">
                <a:solidFill>
                  <a:srgbClr val="72D4C1"/>
                </a:solidFill>
              </a:defRPr>
            </a:lvl3pPr>
            <a:lvl4pPr>
              <a:defRPr sz="2100" b="1">
                <a:solidFill>
                  <a:srgbClr val="72D4C1"/>
                </a:solidFill>
              </a:defRPr>
            </a:lvl4pPr>
            <a:lvl5pPr>
              <a:defRPr sz="2100" b="1">
                <a:solidFill>
                  <a:srgbClr val="72D4C1"/>
                </a:solidFill>
              </a:defRPr>
            </a:lvl5pPr>
            <a:lvl6pPr>
              <a:defRPr sz="2100" b="1">
                <a:solidFill>
                  <a:srgbClr val="72D4C1"/>
                </a:solidFill>
              </a:defRPr>
            </a:lvl6pPr>
            <a:lvl7pPr>
              <a:defRPr sz="2100" b="1">
                <a:solidFill>
                  <a:srgbClr val="72D4C1"/>
                </a:solidFill>
              </a:defRPr>
            </a:lvl7pPr>
            <a:lvl8pPr>
              <a:defRPr sz="2100" b="1">
                <a:solidFill>
                  <a:srgbClr val="72D4C1"/>
                </a:solidFill>
              </a:defRPr>
            </a:lvl8pPr>
            <a:lvl9pPr>
              <a:defRPr sz="2100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72D4C1"/>
                </a:solidFill>
              </a:defRPr>
            </a:pPr>
            <a:r>
              <a:rPr sz="2100" b="1">
                <a:solidFill>
                  <a:srgbClr val="72D4C1"/>
                </a:solidFill>
              </a:rPr>
              <a:t>Question + smallest useful result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9B16AC-4949-40A4-A5E0-F2CB0BD2C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19375"/>
            <a:ext cx="10591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FFFFFF"/>
                </a:solidFill>
              </a:defRPr>
            </a:defPPr>
            <a:lvl1pPr>
              <a:defRPr sz="1950" b="0">
                <a:solidFill>
                  <a:srgbClr val="FFFFFF"/>
                </a:solidFill>
              </a:defRPr>
            </a:lvl1pPr>
            <a:lvl2pPr>
              <a:defRPr sz="1950" b="0">
                <a:solidFill>
                  <a:srgbClr val="FFFFFF"/>
                </a:solidFill>
              </a:defRPr>
            </a:lvl2pPr>
            <a:lvl3pPr>
              <a:defRPr sz="1950" b="0">
                <a:solidFill>
                  <a:srgbClr val="FFFFFF"/>
                </a:solidFill>
              </a:defRPr>
            </a:lvl3pPr>
            <a:lvl4pPr>
              <a:defRPr sz="1950" b="0">
                <a:solidFill>
                  <a:srgbClr val="FFFFFF"/>
                </a:solidFill>
              </a:defRPr>
            </a:lvl4pPr>
            <a:lvl5pPr>
              <a:defRPr sz="1950" b="0">
                <a:solidFill>
                  <a:srgbClr val="FFFFFF"/>
                </a:solidFill>
              </a:defRPr>
            </a:lvl5pPr>
            <a:lvl6pPr>
              <a:defRPr sz="1950" b="0">
                <a:solidFill>
                  <a:srgbClr val="FFFFFF"/>
                </a:solidFill>
              </a:defRPr>
            </a:lvl6pPr>
            <a:lvl7pPr>
              <a:defRPr sz="1950" b="0">
                <a:solidFill>
                  <a:srgbClr val="FFFFFF"/>
                </a:solidFill>
              </a:defRPr>
            </a:lvl7pPr>
            <a:lvl8pPr>
              <a:defRPr sz="1950" b="0">
                <a:solidFill>
                  <a:srgbClr val="FFFFFF"/>
                </a:solidFill>
              </a:defRPr>
            </a:lvl8pPr>
            <a:lvl9pPr>
              <a:defRPr sz="195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FFFFFF"/>
                </a:solidFill>
              </a:defRPr>
            </a:pPr>
            <a:r>
              <a:rPr sz="1950" b="0">
                <a:solidFill>
                  <a:srgbClr val="FFFFFF"/>
                </a:solidFill>
              </a:rPr>
              <a:t>What will you investigate, and what can you build first?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351C9F-A38A-487C-9A26-7F818849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10972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D40"/>
          </a:solidFill>
          <a:ln xmlns:a="http://schemas.openxmlformats.org/drawingml/2006/main" w="9525">
            <a:solidFill>
              <a:srgbClr val="38566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A09129-4EBF-44F0-8D9E-C921D93B2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0591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72D4C1"/>
                </a:solidFill>
              </a:defRPr>
            </a:defPPr>
            <a:lvl1pPr>
              <a:defRPr sz="2100" b="1">
                <a:solidFill>
                  <a:srgbClr val="72D4C1"/>
                </a:solidFill>
              </a:defRPr>
            </a:lvl1pPr>
            <a:lvl2pPr>
              <a:defRPr sz="2100" b="1">
                <a:solidFill>
                  <a:srgbClr val="72D4C1"/>
                </a:solidFill>
              </a:defRPr>
            </a:lvl2pPr>
            <a:lvl3pPr>
              <a:defRPr sz="2100" b="1">
                <a:solidFill>
                  <a:srgbClr val="72D4C1"/>
                </a:solidFill>
              </a:defRPr>
            </a:lvl3pPr>
            <a:lvl4pPr>
              <a:defRPr sz="2100" b="1">
                <a:solidFill>
                  <a:srgbClr val="72D4C1"/>
                </a:solidFill>
              </a:defRPr>
            </a:lvl4pPr>
            <a:lvl5pPr>
              <a:defRPr sz="2100" b="1">
                <a:solidFill>
                  <a:srgbClr val="72D4C1"/>
                </a:solidFill>
              </a:defRPr>
            </a:lvl5pPr>
            <a:lvl6pPr>
              <a:defRPr sz="2100" b="1">
                <a:solidFill>
                  <a:srgbClr val="72D4C1"/>
                </a:solidFill>
              </a:defRPr>
            </a:lvl6pPr>
            <a:lvl7pPr>
              <a:defRPr sz="2100" b="1">
                <a:solidFill>
                  <a:srgbClr val="72D4C1"/>
                </a:solidFill>
              </a:defRPr>
            </a:lvl7pPr>
            <a:lvl8pPr>
              <a:defRPr sz="2100" b="1">
                <a:solidFill>
                  <a:srgbClr val="72D4C1"/>
                </a:solidFill>
              </a:defRPr>
            </a:lvl8pPr>
            <a:lvl9pPr>
              <a:defRPr sz="2100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72D4C1"/>
                </a:solidFill>
              </a:defRPr>
            </a:pPr>
            <a:r>
              <a:rPr sz="2100" b="1">
                <a:solidFill>
                  <a:srgbClr val="72D4C1"/>
                </a:solidFill>
              </a:rPr>
              <a:t>Evidence + teaching goal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F37B37-6914-45C5-830C-9BD63EEF8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0"/>
            <a:ext cx="10591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FFFFFF"/>
                </a:solidFill>
              </a:defRPr>
            </a:defPPr>
            <a:lvl1pPr>
              <a:defRPr sz="1950" b="0">
                <a:solidFill>
                  <a:srgbClr val="FFFFFF"/>
                </a:solidFill>
              </a:defRPr>
            </a:lvl1pPr>
            <a:lvl2pPr>
              <a:defRPr sz="1950" b="0">
                <a:solidFill>
                  <a:srgbClr val="FFFFFF"/>
                </a:solidFill>
              </a:defRPr>
            </a:lvl2pPr>
            <a:lvl3pPr>
              <a:defRPr sz="1950" b="0">
                <a:solidFill>
                  <a:srgbClr val="FFFFFF"/>
                </a:solidFill>
              </a:defRPr>
            </a:lvl3pPr>
            <a:lvl4pPr>
              <a:defRPr sz="1950" b="0">
                <a:solidFill>
                  <a:srgbClr val="FFFFFF"/>
                </a:solidFill>
              </a:defRPr>
            </a:lvl4pPr>
            <a:lvl5pPr>
              <a:defRPr sz="1950" b="0">
                <a:solidFill>
                  <a:srgbClr val="FFFFFF"/>
                </a:solidFill>
              </a:defRPr>
            </a:lvl5pPr>
            <a:lvl6pPr>
              <a:defRPr sz="1950" b="0">
                <a:solidFill>
                  <a:srgbClr val="FFFFFF"/>
                </a:solidFill>
              </a:defRPr>
            </a:lvl6pPr>
            <a:lvl7pPr>
              <a:defRPr sz="1950" b="0">
                <a:solidFill>
                  <a:srgbClr val="FFFFFF"/>
                </a:solidFill>
              </a:defRPr>
            </a:lvl7pPr>
            <a:lvl8pPr>
              <a:defRPr sz="1950" b="0">
                <a:solidFill>
                  <a:srgbClr val="FFFFFF"/>
                </a:solidFill>
              </a:defRPr>
            </a:lvl8pPr>
            <a:lvl9pPr>
              <a:defRPr sz="195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FFFFFF"/>
                </a:solidFill>
              </a:defRPr>
            </a:pPr>
            <a:r>
              <a:rPr sz="1950" b="0">
                <a:solidFill>
                  <a:srgbClr val="FFFFFF"/>
                </a:solidFill>
              </a:rPr>
              <a:t>How will you test it? What should classmates understand after your demo?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C6A90E-FEEA-4261-A529-389E09E71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0972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D40"/>
          </a:solidFill>
          <a:ln xmlns:a="http://schemas.openxmlformats.org/drawingml/2006/main" w="9525">
            <a:solidFill>
              <a:srgbClr val="38566D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699D5B-C200-4421-B52A-CF60E6C4A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05350"/>
            <a:ext cx="10591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72D4C1"/>
                </a:solidFill>
              </a:defRPr>
            </a:defPPr>
            <a:lvl1pPr>
              <a:defRPr sz="2100" b="1">
                <a:solidFill>
                  <a:srgbClr val="72D4C1"/>
                </a:solidFill>
              </a:defRPr>
            </a:lvl1pPr>
            <a:lvl2pPr>
              <a:defRPr sz="2100" b="1">
                <a:solidFill>
                  <a:srgbClr val="72D4C1"/>
                </a:solidFill>
              </a:defRPr>
            </a:lvl2pPr>
            <a:lvl3pPr>
              <a:defRPr sz="2100" b="1">
                <a:solidFill>
                  <a:srgbClr val="72D4C1"/>
                </a:solidFill>
              </a:defRPr>
            </a:lvl3pPr>
            <a:lvl4pPr>
              <a:defRPr sz="2100" b="1">
                <a:solidFill>
                  <a:srgbClr val="72D4C1"/>
                </a:solidFill>
              </a:defRPr>
            </a:lvl4pPr>
            <a:lvl5pPr>
              <a:defRPr sz="2100" b="1">
                <a:solidFill>
                  <a:srgbClr val="72D4C1"/>
                </a:solidFill>
              </a:defRPr>
            </a:lvl5pPr>
            <a:lvl6pPr>
              <a:defRPr sz="2100" b="1">
                <a:solidFill>
                  <a:srgbClr val="72D4C1"/>
                </a:solidFill>
              </a:defRPr>
            </a:lvl6pPr>
            <a:lvl7pPr>
              <a:defRPr sz="2100" b="1">
                <a:solidFill>
                  <a:srgbClr val="72D4C1"/>
                </a:solidFill>
              </a:defRPr>
            </a:lvl7pPr>
            <a:lvl8pPr>
              <a:defRPr sz="2100" b="1">
                <a:solidFill>
                  <a:srgbClr val="72D4C1"/>
                </a:solidFill>
              </a:defRPr>
            </a:lvl8pPr>
            <a:lvl9pPr>
              <a:defRPr sz="2100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72D4C1"/>
                </a:solidFill>
              </a:defRPr>
            </a:pPr>
            <a:r>
              <a:rPr sz="2100" b="1">
                <a:solidFill>
                  <a:srgbClr val="72D4C1"/>
                </a:solidFill>
              </a:rPr>
              <a:t>Roles + portfolio evidence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D5351B-83B6-4BBB-B13E-B87ED4783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91125"/>
            <a:ext cx="10591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FFFFFF"/>
                </a:solidFill>
              </a:defRPr>
            </a:defPPr>
            <a:lvl1pPr>
              <a:defRPr sz="1950" b="0">
                <a:solidFill>
                  <a:srgbClr val="FFFFFF"/>
                </a:solidFill>
              </a:defRPr>
            </a:lvl1pPr>
            <a:lvl2pPr>
              <a:defRPr sz="1950" b="0">
                <a:solidFill>
                  <a:srgbClr val="FFFFFF"/>
                </a:solidFill>
              </a:defRPr>
            </a:lvl2pPr>
            <a:lvl3pPr>
              <a:defRPr sz="1950" b="0">
                <a:solidFill>
                  <a:srgbClr val="FFFFFF"/>
                </a:solidFill>
              </a:defRPr>
            </a:lvl3pPr>
            <a:lvl4pPr>
              <a:defRPr sz="1950" b="0">
                <a:solidFill>
                  <a:srgbClr val="FFFFFF"/>
                </a:solidFill>
              </a:defRPr>
            </a:lvl4pPr>
            <a:lvl5pPr>
              <a:defRPr sz="1950" b="0">
                <a:solidFill>
                  <a:srgbClr val="FFFFFF"/>
                </a:solidFill>
              </a:defRPr>
            </a:lvl5pPr>
            <a:lvl6pPr>
              <a:defRPr sz="1950" b="0">
                <a:solidFill>
                  <a:srgbClr val="FFFFFF"/>
                </a:solidFill>
              </a:defRPr>
            </a:lvl6pPr>
            <a:lvl7pPr>
              <a:defRPr sz="1950" b="0">
                <a:solidFill>
                  <a:srgbClr val="FFFFFF"/>
                </a:solidFill>
              </a:defRPr>
            </a:lvl7pPr>
            <a:lvl8pPr>
              <a:defRPr sz="1950" b="0">
                <a:solidFill>
                  <a:srgbClr val="FFFFFF"/>
                </a:solidFill>
              </a:defRPr>
            </a:lvl8pPr>
            <a:lvl9pPr>
              <a:defRPr sz="195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FFFFFF"/>
                </a:solidFill>
              </a:defRPr>
            </a:pPr>
            <a:r>
              <a:rPr sz="1950" b="0">
                <a:solidFill>
                  <a:srgbClr val="FFFFFF"/>
                </a:solidFill>
              </a:rPr>
              <a:t>Solo or group? Identify contributions and the visuals you need to capture.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91C682-34B6-4F3D-A647-982038161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72D4C1"/>
                </a:solidFill>
              </a:defRPr>
            </a:defPPr>
            <a:lvl1pPr>
              <a:defRPr sz="1875" b="1">
                <a:solidFill>
                  <a:srgbClr val="72D4C1"/>
                </a:solidFill>
              </a:defRPr>
            </a:lvl1pPr>
            <a:lvl2pPr>
              <a:defRPr sz="1875" b="1">
                <a:solidFill>
                  <a:srgbClr val="72D4C1"/>
                </a:solidFill>
              </a:defRPr>
            </a:lvl2pPr>
            <a:lvl3pPr>
              <a:defRPr sz="1875" b="1">
                <a:solidFill>
                  <a:srgbClr val="72D4C1"/>
                </a:solidFill>
              </a:defRPr>
            </a:lvl3pPr>
            <a:lvl4pPr>
              <a:defRPr sz="1875" b="1">
                <a:solidFill>
                  <a:srgbClr val="72D4C1"/>
                </a:solidFill>
              </a:defRPr>
            </a:lvl4pPr>
            <a:lvl5pPr>
              <a:defRPr sz="1875" b="1">
                <a:solidFill>
                  <a:srgbClr val="72D4C1"/>
                </a:solidFill>
              </a:defRPr>
            </a:lvl5pPr>
            <a:lvl6pPr>
              <a:defRPr sz="1875" b="1">
                <a:solidFill>
                  <a:srgbClr val="72D4C1"/>
                </a:solidFill>
              </a:defRPr>
            </a:lvl6pPr>
            <a:lvl7pPr>
              <a:defRPr sz="1875" b="1">
                <a:solidFill>
                  <a:srgbClr val="72D4C1"/>
                </a:solidFill>
              </a:defRPr>
            </a:lvl7pPr>
            <a:lvl8pPr>
              <a:defRPr sz="1875" b="1">
                <a:solidFill>
                  <a:srgbClr val="72D4C1"/>
                </a:solidFill>
              </a:defRPr>
            </a:lvl8pPr>
            <a:lvl9pPr>
              <a:defRPr sz="1875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72D4C1"/>
                </a:solidFill>
              </a:defRPr>
            </a:pPr>
            <a:r>
              <a:rPr sz="1875" b="1">
                <a:solidFill>
                  <a:srgbClr val="72D4C1"/>
                </a:solidFill>
              </a:rPr>
              <a:t>What part of your idea needs help with scope or technical direction?</a:t>
            </a:r>
          </a:p>
        </p:txBody>
      </p:sp>
    </p:spTree>
    <p:extLst>
      <p:ext uri="{BB962C8B-B14F-4D97-AF65-F5344CB8AC3E}">
        <p14:creationId xmlns:p14="http://schemas.microsoft.com/office/powerpoint/2010/main" val="205144691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A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EF70FC-49F9-4BCE-AC27-0575D80B99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f67aa9c31a4c4b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0754EA-73E7-4E3E-A564-3BABD775D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62DFF5"/>
                </a:solidFill>
              </a:defRPr>
            </a:defPPr>
            <a:lvl1pPr>
              <a:defRPr sz="1350" b="1">
                <a:solidFill>
                  <a:srgbClr val="62DFF5"/>
                </a:solidFill>
              </a:defRPr>
            </a:lvl1pPr>
            <a:lvl2pPr>
              <a:defRPr sz="1350" b="1">
                <a:solidFill>
                  <a:srgbClr val="62DFF5"/>
                </a:solidFill>
              </a:defRPr>
            </a:lvl2pPr>
            <a:lvl3pPr>
              <a:defRPr sz="1350" b="1">
                <a:solidFill>
                  <a:srgbClr val="62DFF5"/>
                </a:solidFill>
              </a:defRPr>
            </a:lvl3pPr>
            <a:lvl4pPr>
              <a:defRPr sz="1350" b="1">
                <a:solidFill>
                  <a:srgbClr val="62DFF5"/>
                </a:solidFill>
              </a:defRPr>
            </a:lvl4pPr>
            <a:lvl5pPr>
              <a:defRPr sz="1350" b="1">
                <a:solidFill>
                  <a:srgbClr val="62DFF5"/>
                </a:solidFill>
              </a:defRPr>
            </a:lvl5pPr>
            <a:lvl6pPr>
              <a:defRPr sz="1350" b="1">
                <a:solidFill>
                  <a:srgbClr val="62DFF5"/>
                </a:solidFill>
              </a:defRPr>
            </a:lvl6pPr>
            <a:lvl7pPr>
              <a:defRPr sz="1350" b="1">
                <a:solidFill>
                  <a:srgbClr val="62DFF5"/>
                </a:solidFill>
              </a:defRPr>
            </a:lvl7pPr>
            <a:lvl8pPr>
              <a:defRPr sz="1350" b="1">
                <a:solidFill>
                  <a:srgbClr val="62DFF5"/>
                </a:solidFill>
              </a:defRPr>
            </a:lvl8pPr>
            <a:lvl9pPr>
              <a:defRPr sz="1350" b="1">
                <a:solidFill>
                  <a:srgbClr val="62DFF5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62DFF5"/>
                </a:solidFill>
              </a:defRPr>
            </a:pPr>
            <a:r>
              <a:rPr sz="1350" b="1">
                <a:solidFill>
                  <a:srgbClr val="62DFF5"/>
                </a:solidFill>
              </a:rPr>
              <a:t>REFERENCE • EXPLORE AFTER THE LIVE WALKTHROUGH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82B4A2-EC55-438C-8222-75D988003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FFFFFF"/>
                </a:solidFill>
              </a:defRPr>
            </a:defPPr>
            <a:lvl1pPr>
              <a:defRPr sz="3300" b="1">
                <a:solidFill>
                  <a:srgbClr val="FFFFFF"/>
                </a:solidFill>
              </a:defRPr>
            </a:lvl1pPr>
            <a:lvl2pPr>
              <a:defRPr sz="3300" b="1">
                <a:solidFill>
                  <a:srgbClr val="FFFFFF"/>
                </a:solidFill>
              </a:defRPr>
            </a:lvl2pPr>
            <a:lvl3pPr>
              <a:defRPr sz="3300" b="1">
                <a:solidFill>
                  <a:srgbClr val="FFFFFF"/>
                </a:solidFill>
              </a:defRPr>
            </a:lvl3pPr>
            <a:lvl4pPr>
              <a:defRPr sz="3300" b="1">
                <a:solidFill>
                  <a:srgbClr val="FFFFFF"/>
                </a:solidFill>
              </a:defRPr>
            </a:lvl4pPr>
            <a:lvl5pPr>
              <a:defRPr sz="3300" b="1">
                <a:solidFill>
                  <a:srgbClr val="FFFFFF"/>
                </a:solidFill>
              </a:defRPr>
            </a:lvl5pPr>
            <a:lvl6pPr>
              <a:defRPr sz="3300" b="1">
                <a:solidFill>
                  <a:srgbClr val="FFFFFF"/>
                </a:solidFill>
              </a:defRPr>
            </a:lvl6pPr>
            <a:lvl7pPr>
              <a:defRPr sz="3300" b="1">
                <a:solidFill>
                  <a:srgbClr val="FFFFFF"/>
                </a:solidFill>
              </a:defRPr>
            </a:lvl7pPr>
            <a:lvl8pPr>
              <a:defRPr sz="3300" b="1">
                <a:solidFill>
                  <a:srgbClr val="FFFFFF"/>
                </a:solidFill>
              </a:defRPr>
            </a:lvl8pPr>
            <a:lvl9pPr>
              <a:defRPr sz="33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Texture-channel reference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340817-5350-4AFC-B971-13830D5AF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C4D3E3"/>
                </a:solidFill>
              </a:defRPr>
            </a:defPPr>
            <a:lvl1pPr>
              <a:defRPr sz="1200" b="0">
                <a:solidFill>
                  <a:srgbClr val="C4D3E3"/>
                </a:solidFill>
              </a:defRPr>
            </a:lvl1pPr>
            <a:lvl2pPr>
              <a:defRPr sz="1200" b="0">
                <a:solidFill>
                  <a:srgbClr val="C4D3E3"/>
                </a:solidFill>
              </a:defRPr>
            </a:lvl2pPr>
            <a:lvl3pPr>
              <a:defRPr sz="1200" b="0">
                <a:solidFill>
                  <a:srgbClr val="C4D3E3"/>
                </a:solidFill>
              </a:defRPr>
            </a:lvl3pPr>
            <a:lvl4pPr>
              <a:defRPr sz="1200" b="0">
                <a:solidFill>
                  <a:srgbClr val="C4D3E3"/>
                </a:solidFill>
              </a:defRPr>
            </a:lvl4pPr>
            <a:lvl5pPr>
              <a:defRPr sz="1200" b="0">
                <a:solidFill>
                  <a:srgbClr val="C4D3E3"/>
                </a:solidFill>
              </a:defRPr>
            </a:lvl5pPr>
            <a:lvl6pPr>
              <a:defRPr sz="1200" b="0">
                <a:solidFill>
                  <a:srgbClr val="C4D3E3"/>
                </a:solidFill>
              </a:defRPr>
            </a:lvl6pPr>
            <a:lvl7pPr>
              <a:defRPr sz="1200" b="0">
                <a:solidFill>
                  <a:srgbClr val="C4D3E3"/>
                </a:solidFill>
              </a:defRPr>
            </a:lvl7pPr>
            <a:lvl8pPr>
              <a:defRPr sz="1200" b="0">
                <a:solidFill>
                  <a:srgbClr val="C4D3E3"/>
                </a:solidFill>
              </a:defRPr>
            </a:lvl8pPr>
            <a:lvl9pPr>
              <a:defRPr sz="1200" b="0">
                <a:solidFill>
                  <a:srgbClr val="C4D3E3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C4D3E3"/>
                </a:solidFill>
              </a:defRPr>
            </a:pPr>
            <a:r>
              <a:rPr sz="1200" b="0">
                <a:solidFill>
                  <a:srgbClr val="C4D3E3"/>
                </a:solidFill>
              </a:rPr>
              <a:t>14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555255-F212-4FCF-A0D8-A78A8CDDA11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ffa65339fe4e14"/>
          <a:stretch xmlns:a="http://schemas.openxmlformats.org/drawingml/2006/main"/>
        </p:blipFill>
        <p:spPr>
          <a:xfrm xmlns:a="http://schemas.openxmlformats.org/drawingml/2006/main">
            <a:off x="609600" y="2015133"/>
            <a:ext cx="6381750" cy="358973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3C97EE-3D18-4469-8AEA-4BD20CD43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002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72D4C1"/>
                </a:solidFill>
              </a:defRPr>
            </a:defPPr>
            <a:lvl1pPr>
              <a:defRPr sz="2100" b="1">
                <a:solidFill>
                  <a:srgbClr val="72D4C1"/>
                </a:solidFill>
              </a:defRPr>
            </a:lvl1pPr>
            <a:lvl2pPr>
              <a:defRPr sz="2100" b="1">
                <a:solidFill>
                  <a:srgbClr val="72D4C1"/>
                </a:solidFill>
              </a:defRPr>
            </a:lvl2pPr>
            <a:lvl3pPr>
              <a:defRPr sz="2100" b="1">
                <a:solidFill>
                  <a:srgbClr val="72D4C1"/>
                </a:solidFill>
              </a:defRPr>
            </a:lvl3pPr>
            <a:lvl4pPr>
              <a:defRPr sz="2100" b="1">
                <a:solidFill>
                  <a:srgbClr val="72D4C1"/>
                </a:solidFill>
              </a:defRPr>
            </a:lvl4pPr>
            <a:lvl5pPr>
              <a:defRPr sz="2100" b="1">
                <a:solidFill>
                  <a:srgbClr val="72D4C1"/>
                </a:solidFill>
              </a:defRPr>
            </a:lvl5pPr>
            <a:lvl6pPr>
              <a:defRPr sz="2100" b="1">
                <a:solidFill>
                  <a:srgbClr val="72D4C1"/>
                </a:solidFill>
              </a:defRPr>
            </a:lvl6pPr>
            <a:lvl7pPr>
              <a:defRPr sz="2100" b="1">
                <a:solidFill>
                  <a:srgbClr val="72D4C1"/>
                </a:solidFill>
              </a:defRPr>
            </a:lvl7pPr>
            <a:lvl8pPr>
              <a:defRPr sz="2100" b="1">
                <a:solidFill>
                  <a:srgbClr val="72D4C1"/>
                </a:solidFill>
              </a:defRPr>
            </a:lvl8pPr>
            <a:lvl9pPr>
              <a:defRPr sz="2100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72D4C1"/>
                </a:solidFill>
              </a:defRPr>
            </a:pPr>
            <a:r>
              <a:rPr sz="2100" b="1">
                <a:solidFill>
                  <a:srgbClr val="72D4C1"/>
                </a:solidFill>
              </a:rPr>
              <a:t>Color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C9A0D8-FDA8-419D-95F2-B56200F6D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09825"/>
            <a:ext cx="4095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FFFFFF"/>
                </a:solidFill>
              </a:defRPr>
            </a:defPPr>
            <a:lvl1pPr>
              <a:defRPr sz="1875" b="0">
                <a:solidFill>
                  <a:srgbClr val="FFFFFF"/>
                </a:solidFill>
              </a:defRPr>
            </a:lvl1pPr>
            <a:lvl2pPr>
              <a:defRPr sz="1875" b="0">
                <a:solidFill>
                  <a:srgbClr val="FFFFFF"/>
                </a:solidFill>
              </a:defRPr>
            </a:lvl2pPr>
            <a:lvl3pPr>
              <a:defRPr sz="1875" b="0">
                <a:solidFill>
                  <a:srgbClr val="FFFFFF"/>
                </a:solidFill>
              </a:defRPr>
            </a:lvl3pPr>
            <a:lvl4pPr>
              <a:defRPr sz="1875" b="0">
                <a:solidFill>
                  <a:srgbClr val="FFFFFF"/>
                </a:solidFill>
              </a:defRPr>
            </a:lvl4pPr>
            <a:lvl5pPr>
              <a:defRPr sz="1875" b="0">
                <a:solidFill>
                  <a:srgbClr val="FFFFFF"/>
                </a:solidFill>
              </a:defRPr>
            </a:lvl5pPr>
            <a:lvl6pPr>
              <a:defRPr sz="1875" b="0">
                <a:solidFill>
                  <a:srgbClr val="FFFFFF"/>
                </a:solidFill>
              </a:defRPr>
            </a:lvl6pPr>
            <a:lvl7pPr>
              <a:defRPr sz="1875" b="0">
                <a:solidFill>
                  <a:srgbClr val="FFFFFF"/>
                </a:solidFill>
              </a:defRPr>
            </a:lvl7pPr>
            <a:lvl8pPr>
              <a:defRPr sz="1875" b="0">
                <a:solidFill>
                  <a:srgbClr val="FFFFFF"/>
                </a:solidFill>
              </a:defRPr>
            </a:lvl8pPr>
            <a:lvl9pPr>
              <a:defRPr sz="187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Base Color: supplied sRGB texture</a:t>
            </a:r>
          </a:p>
          <a:p xmlns:a="http://schemas.openxmlformats.org/drawingml/2006/main">
            <a:pPr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with Color sampling.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6D0C01-6F13-4049-A859-185AE9E05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337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72D4C1"/>
                </a:solidFill>
              </a:defRPr>
            </a:defPPr>
            <a:lvl1pPr>
              <a:defRPr sz="2100" b="1">
                <a:solidFill>
                  <a:srgbClr val="72D4C1"/>
                </a:solidFill>
              </a:defRPr>
            </a:lvl1pPr>
            <a:lvl2pPr>
              <a:defRPr sz="2100" b="1">
                <a:solidFill>
                  <a:srgbClr val="72D4C1"/>
                </a:solidFill>
              </a:defRPr>
            </a:lvl2pPr>
            <a:lvl3pPr>
              <a:defRPr sz="2100" b="1">
                <a:solidFill>
                  <a:srgbClr val="72D4C1"/>
                </a:solidFill>
              </a:defRPr>
            </a:lvl3pPr>
            <a:lvl4pPr>
              <a:defRPr sz="2100" b="1">
                <a:solidFill>
                  <a:srgbClr val="72D4C1"/>
                </a:solidFill>
              </a:defRPr>
            </a:lvl4pPr>
            <a:lvl5pPr>
              <a:defRPr sz="2100" b="1">
                <a:solidFill>
                  <a:srgbClr val="72D4C1"/>
                </a:solidFill>
              </a:defRPr>
            </a:lvl5pPr>
            <a:lvl6pPr>
              <a:defRPr sz="2100" b="1">
                <a:solidFill>
                  <a:srgbClr val="72D4C1"/>
                </a:solidFill>
              </a:defRPr>
            </a:lvl6pPr>
            <a:lvl7pPr>
              <a:defRPr sz="2100" b="1">
                <a:solidFill>
                  <a:srgbClr val="72D4C1"/>
                </a:solidFill>
              </a:defRPr>
            </a:lvl7pPr>
            <a:lvl8pPr>
              <a:defRPr sz="2100" b="1">
                <a:solidFill>
                  <a:srgbClr val="72D4C1"/>
                </a:solidFill>
              </a:defRPr>
            </a:lvl8pPr>
            <a:lvl9pPr>
              <a:defRPr sz="2100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72D4C1"/>
                </a:solidFill>
              </a:defRPr>
            </a:pPr>
            <a:r>
              <a:rPr sz="2100" b="1">
                <a:solidFill>
                  <a:srgbClr val="72D4C1"/>
                </a:solidFill>
              </a:rPr>
              <a:t>Numerical 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C4018F-720B-4F3F-AB49-4EA603CA9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743325"/>
            <a:ext cx="4095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FFFFFF"/>
                </a:solidFill>
              </a:defRPr>
            </a:defPPr>
            <a:lvl1pPr>
              <a:defRPr sz="1875" b="0">
                <a:solidFill>
                  <a:srgbClr val="FFFFFF"/>
                </a:solidFill>
              </a:defRPr>
            </a:lvl1pPr>
            <a:lvl2pPr>
              <a:defRPr sz="1875" b="0">
                <a:solidFill>
                  <a:srgbClr val="FFFFFF"/>
                </a:solidFill>
              </a:defRPr>
            </a:lvl2pPr>
            <a:lvl3pPr>
              <a:defRPr sz="1875" b="0">
                <a:solidFill>
                  <a:srgbClr val="FFFFFF"/>
                </a:solidFill>
              </a:defRPr>
            </a:lvl3pPr>
            <a:lvl4pPr>
              <a:defRPr sz="1875" b="0">
                <a:solidFill>
                  <a:srgbClr val="FFFFFF"/>
                </a:solidFill>
              </a:defRPr>
            </a:lvl4pPr>
            <a:lvl5pPr>
              <a:defRPr sz="1875" b="0">
                <a:solidFill>
                  <a:srgbClr val="FFFFFF"/>
                </a:solidFill>
              </a:defRPr>
            </a:lvl5pPr>
            <a:lvl6pPr>
              <a:defRPr sz="1875" b="0">
                <a:solidFill>
                  <a:srgbClr val="FFFFFF"/>
                </a:solidFill>
              </a:defRPr>
            </a:lvl6pPr>
            <a:lvl7pPr>
              <a:defRPr sz="1875" b="0">
                <a:solidFill>
                  <a:srgbClr val="FFFFFF"/>
                </a:solidFill>
              </a:defRPr>
            </a:lvl7pPr>
            <a:lvl8pPr>
              <a:defRPr sz="1875" b="0">
                <a:solidFill>
                  <a:srgbClr val="FFFFFF"/>
                </a:solidFill>
              </a:defRPr>
            </a:lvl8pPr>
            <a:lvl9pPr>
              <a:defRPr sz="187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Roughness, AO and masks: linear.</a:t>
            </a:r>
          </a:p>
          <a:p xmlns:a="http://schemas.openxmlformats.org/drawingml/2006/main">
            <a:pPr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Check channel and sampler.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B054C6-9970-4AE0-9824-B044DA7BA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6672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72D4C1"/>
                </a:solidFill>
              </a:defRPr>
            </a:defPPr>
            <a:lvl1pPr>
              <a:defRPr sz="2100" b="1">
                <a:solidFill>
                  <a:srgbClr val="72D4C1"/>
                </a:solidFill>
              </a:defRPr>
            </a:lvl1pPr>
            <a:lvl2pPr>
              <a:defRPr sz="2100" b="1">
                <a:solidFill>
                  <a:srgbClr val="72D4C1"/>
                </a:solidFill>
              </a:defRPr>
            </a:lvl2pPr>
            <a:lvl3pPr>
              <a:defRPr sz="2100" b="1">
                <a:solidFill>
                  <a:srgbClr val="72D4C1"/>
                </a:solidFill>
              </a:defRPr>
            </a:lvl3pPr>
            <a:lvl4pPr>
              <a:defRPr sz="2100" b="1">
                <a:solidFill>
                  <a:srgbClr val="72D4C1"/>
                </a:solidFill>
              </a:defRPr>
            </a:lvl4pPr>
            <a:lvl5pPr>
              <a:defRPr sz="2100" b="1">
                <a:solidFill>
                  <a:srgbClr val="72D4C1"/>
                </a:solidFill>
              </a:defRPr>
            </a:lvl5pPr>
            <a:lvl6pPr>
              <a:defRPr sz="2100" b="1">
                <a:solidFill>
                  <a:srgbClr val="72D4C1"/>
                </a:solidFill>
              </a:defRPr>
            </a:lvl6pPr>
            <a:lvl7pPr>
              <a:defRPr sz="2100" b="1">
                <a:solidFill>
                  <a:srgbClr val="72D4C1"/>
                </a:solidFill>
              </a:defRPr>
            </a:lvl7pPr>
            <a:lvl8pPr>
              <a:defRPr sz="2100" b="1">
                <a:solidFill>
                  <a:srgbClr val="72D4C1"/>
                </a:solidFill>
              </a:defRPr>
            </a:lvl8pPr>
            <a:lvl9pPr>
              <a:defRPr sz="2100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72D4C1"/>
                </a:solidFill>
              </a:defRPr>
            </a:pPr>
            <a:r>
              <a:rPr sz="2100" b="1">
                <a:solidFill>
                  <a:srgbClr val="72D4C1"/>
                </a:solidFill>
              </a:rPr>
              <a:t>Normal data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C56C61-4FBB-4A2B-8855-FCA5921B8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76825"/>
            <a:ext cx="4095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FFFFFF"/>
                </a:solidFill>
              </a:defRPr>
            </a:defPPr>
            <a:lvl1pPr>
              <a:defRPr sz="1875" b="0">
                <a:solidFill>
                  <a:srgbClr val="FFFFFF"/>
                </a:solidFill>
              </a:defRPr>
            </a:lvl1pPr>
            <a:lvl2pPr>
              <a:defRPr sz="1875" b="0">
                <a:solidFill>
                  <a:srgbClr val="FFFFFF"/>
                </a:solidFill>
              </a:defRPr>
            </a:lvl2pPr>
            <a:lvl3pPr>
              <a:defRPr sz="1875" b="0">
                <a:solidFill>
                  <a:srgbClr val="FFFFFF"/>
                </a:solidFill>
              </a:defRPr>
            </a:lvl3pPr>
            <a:lvl4pPr>
              <a:defRPr sz="1875" b="0">
                <a:solidFill>
                  <a:srgbClr val="FFFFFF"/>
                </a:solidFill>
              </a:defRPr>
            </a:lvl4pPr>
            <a:lvl5pPr>
              <a:defRPr sz="1875" b="0">
                <a:solidFill>
                  <a:srgbClr val="FFFFFF"/>
                </a:solidFill>
              </a:defRPr>
            </a:lvl5pPr>
            <a:lvl6pPr>
              <a:defRPr sz="1875" b="0">
                <a:solidFill>
                  <a:srgbClr val="FFFFFF"/>
                </a:solidFill>
              </a:defRPr>
            </a:lvl6pPr>
            <a:lvl7pPr>
              <a:defRPr sz="1875" b="0">
                <a:solidFill>
                  <a:srgbClr val="FFFFFF"/>
                </a:solidFill>
              </a:defRPr>
            </a:lvl7pPr>
            <a:lvl8pPr>
              <a:defRPr sz="1875" b="0">
                <a:solidFill>
                  <a:srgbClr val="FFFFFF"/>
                </a:solidFill>
              </a:defRPr>
            </a:lvl8pPr>
            <a:lvl9pPr>
              <a:defRPr sz="187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Use the matching convention</a:t>
            </a:r>
          </a:p>
          <a:p xmlns:a="http://schemas.openxmlformats.org/drawingml/2006/main">
            <a:pPr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and Normal compression.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A2627E-C05A-443F-A5ED-159A455ED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72D4C1"/>
                </a:solidFill>
              </a:defRPr>
            </a:defPPr>
            <a:lvl1pPr>
              <a:defRPr sz="1950" b="1">
                <a:solidFill>
                  <a:srgbClr val="72D4C1"/>
                </a:solidFill>
              </a:defRPr>
            </a:lvl1pPr>
            <a:lvl2pPr>
              <a:defRPr sz="1950" b="1">
                <a:solidFill>
                  <a:srgbClr val="72D4C1"/>
                </a:solidFill>
              </a:defRPr>
            </a:lvl2pPr>
            <a:lvl3pPr>
              <a:defRPr sz="1950" b="1">
                <a:solidFill>
                  <a:srgbClr val="72D4C1"/>
                </a:solidFill>
              </a:defRPr>
            </a:lvl3pPr>
            <a:lvl4pPr>
              <a:defRPr sz="1950" b="1">
                <a:solidFill>
                  <a:srgbClr val="72D4C1"/>
                </a:solidFill>
              </a:defRPr>
            </a:lvl4pPr>
            <a:lvl5pPr>
              <a:defRPr sz="1950" b="1">
                <a:solidFill>
                  <a:srgbClr val="72D4C1"/>
                </a:solidFill>
              </a:defRPr>
            </a:lvl5pPr>
            <a:lvl6pPr>
              <a:defRPr sz="1950" b="1">
                <a:solidFill>
                  <a:srgbClr val="72D4C1"/>
                </a:solidFill>
              </a:defRPr>
            </a:lvl6pPr>
            <a:lvl7pPr>
              <a:defRPr sz="1950" b="1">
                <a:solidFill>
                  <a:srgbClr val="72D4C1"/>
                </a:solidFill>
              </a:defRPr>
            </a:lvl7pPr>
            <a:lvl8pPr>
              <a:defRPr sz="1950" b="1">
                <a:solidFill>
                  <a:srgbClr val="72D4C1"/>
                </a:solidFill>
              </a:defRPr>
            </a:lvl8pPr>
            <a:lvl9pPr>
              <a:defRPr sz="1950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72D4C1"/>
                </a:solidFill>
              </a:defRPr>
            </a:pPr>
            <a:r>
              <a:rPr sz="1950" b="1">
                <a:solidFill>
                  <a:srgbClr val="72D4C1"/>
                </a:solidFill>
              </a:rPr>
              <a:t>This master: ORM = R: AO   G: roughness   B: metallic</a:t>
            </a:r>
          </a:p>
        </p:txBody>
      </p:sp>
    </p:spTree>
    <p:extLst>
      <p:ext uri="{BB962C8B-B14F-4D97-AF65-F5344CB8AC3E}">
        <p14:creationId xmlns:p14="http://schemas.microsoft.com/office/powerpoint/2010/main" val="113239990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A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772650-F6A2-491F-A9BE-94167F6DBFA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eca690965d42d4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6689B3-B985-492D-B384-6A3A822D7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62DFF5"/>
                </a:solidFill>
              </a:defRPr>
            </a:defPPr>
            <a:lvl1pPr>
              <a:defRPr sz="1350" b="1">
                <a:solidFill>
                  <a:srgbClr val="62DFF5"/>
                </a:solidFill>
              </a:defRPr>
            </a:lvl1pPr>
            <a:lvl2pPr>
              <a:defRPr sz="1350" b="1">
                <a:solidFill>
                  <a:srgbClr val="62DFF5"/>
                </a:solidFill>
              </a:defRPr>
            </a:lvl2pPr>
            <a:lvl3pPr>
              <a:defRPr sz="1350" b="1">
                <a:solidFill>
                  <a:srgbClr val="62DFF5"/>
                </a:solidFill>
              </a:defRPr>
            </a:lvl3pPr>
            <a:lvl4pPr>
              <a:defRPr sz="1350" b="1">
                <a:solidFill>
                  <a:srgbClr val="62DFF5"/>
                </a:solidFill>
              </a:defRPr>
            </a:lvl4pPr>
            <a:lvl5pPr>
              <a:defRPr sz="1350" b="1">
                <a:solidFill>
                  <a:srgbClr val="62DFF5"/>
                </a:solidFill>
              </a:defRPr>
            </a:lvl5pPr>
            <a:lvl6pPr>
              <a:defRPr sz="1350" b="1">
                <a:solidFill>
                  <a:srgbClr val="62DFF5"/>
                </a:solidFill>
              </a:defRPr>
            </a:lvl6pPr>
            <a:lvl7pPr>
              <a:defRPr sz="1350" b="1">
                <a:solidFill>
                  <a:srgbClr val="62DFF5"/>
                </a:solidFill>
              </a:defRPr>
            </a:lvl7pPr>
            <a:lvl8pPr>
              <a:defRPr sz="1350" b="1">
                <a:solidFill>
                  <a:srgbClr val="62DFF5"/>
                </a:solidFill>
              </a:defRPr>
            </a:lvl8pPr>
            <a:lvl9pPr>
              <a:defRPr sz="1350" b="1">
                <a:solidFill>
                  <a:srgbClr val="62DFF5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62DFF5"/>
                </a:solidFill>
              </a:defRPr>
            </a:pPr>
            <a:r>
              <a:rPr sz="1350" b="1">
                <a:solidFill>
                  <a:srgbClr val="62DFF5"/>
                </a:solidFill>
              </a:rPr>
              <a:t>REFERENCE • EXPLORE AFTER THE LIVE WALKTHROUGH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34AEB2-A82B-4CDD-ADBC-420BEB9F2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FFFFFF"/>
                </a:solidFill>
              </a:defRPr>
            </a:defPPr>
            <a:lvl1pPr>
              <a:defRPr sz="3300" b="1">
                <a:solidFill>
                  <a:srgbClr val="FFFFFF"/>
                </a:solidFill>
              </a:defRPr>
            </a:lvl1pPr>
            <a:lvl2pPr>
              <a:defRPr sz="3300" b="1">
                <a:solidFill>
                  <a:srgbClr val="FFFFFF"/>
                </a:solidFill>
              </a:defRPr>
            </a:lvl2pPr>
            <a:lvl3pPr>
              <a:defRPr sz="3300" b="1">
                <a:solidFill>
                  <a:srgbClr val="FFFFFF"/>
                </a:solidFill>
              </a:defRPr>
            </a:lvl3pPr>
            <a:lvl4pPr>
              <a:defRPr sz="3300" b="1">
                <a:solidFill>
                  <a:srgbClr val="FFFFFF"/>
                </a:solidFill>
              </a:defRPr>
            </a:lvl4pPr>
            <a:lvl5pPr>
              <a:defRPr sz="3300" b="1">
                <a:solidFill>
                  <a:srgbClr val="FFFFFF"/>
                </a:solidFill>
              </a:defRPr>
            </a:lvl5pPr>
            <a:lvl6pPr>
              <a:defRPr sz="3300" b="1">
                <a:solidFill>
                  <a:srgbClr val="FFFFFF"/>
                </a:solidFill>
              </a:defRPr>
            </a:lvl6pPr>
            <a:lvl7pPr>
              <a:defRPr sz="3300" b="1">
                <a:solidFill>
                  <a:srgbClr val="FFFFFF"/>
                </a:solidFill>
              </a:defRPr>
            </a:lvl7pPr>
            <a:lvl8pPr>
              <a:defRPr sz="3300" b="1">
                <a:solidFill>
                  <a:srgbClr val="FFFFFF"/>
                </a:solidFill>
              </a:defRPr>
            </a:lvl8pPr>
            <a:lvl9pPr>
              <a:defRPr sz="33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Normal, POM and vertex movement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912412-AB7E-4850-B2B1-8EAF17FF3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C4D3E3"/>
                </a:solidFill>
              </a:defRPr>
            </a:defPPr>
            <a:lvl1pPr>
              <a:defRPr sz="1200" b="0">
                <a:solidFill>
                  <a:srgbClr val="C4D3E3"/>
                </a:solidFill>
              </a:defRPr>
            </a:lvl1pPr>
            <a:lvl2pPr>
              <a:defRPr sz="1200" b="0">
                <a:solidFill>
                  <a:srgbClr val="C4D3E3"/>
                </a:solidFill>
              </a:defRPr>
            </a:lvl2pPr>
            <a:lvl3pPr>
              <a:defRPr sz="1200" b="0">
                <a:solidFill>
                  <a:srgbClr val="C4D3E3"/>
                </a:solidFill>
              </a:defRPr>
            </a:lvl3pPr>
            <a:lvl4pPr>
              <a:defRPr sz="1200" b="0">
                <a:solidFill>
                  <a:srgbClr val="C4D3E3"/>
                </a:solidFill>
              </a:defRPr>
            </a:lvl4pPr>
            <a:lvl5pPr>
              <a:defRPr sz="1200" b="0">
                <a:solidFill>
                  <a:srgbClr val="C4D3E3"/>
                </a:solidFill>
              </a:defRPr>
            </a:lvl5pPr>
            <a:lvl6pPr>
              <a:defRPr sz="1200" b="0">
                <a:solidFill>
                  <a:srgbClr val="C4D3E3"/>
                </a:solidFill>
              </a:defRPr>
            </a:lvl6pPr>
            <a:lvl7pPr>
              <a:defRPr sz="1200" b="0">
                <a:solidFill>
                  <a:srgbClr val="C4D3E3"/>
                </a:solidFill>
              </a:defRPr>
            </a:lvl7pPr>
            <a:lvl8pPr>
              <a:defRPr sz="1200" b="0">
                <a:solidFill>
                  <a:srgbClr val="C4D3E3"/>
                </a:solidFill>
              </a:defRPr>
            </a:lvl8pPr>
            <a:lvl9pPr>
              <a:defRPr sz="1200" b="0">
                <a:solidFill>
                  <a:srgbClr val="C4D3E3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C4D3E3"/>
                </a:solidFill>
              </a:defRPr>
            </a:pPr>
            <a:r>
              <a:rPr sz="1200" b="0">
                <a:solidFill>
                  <a:srgbClr val="C4D3E3"/>
                </a:solidFill>
              </a:rPr>
              <a:t>15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EA13B6-FBA4-49B1-A545-9636CA2A60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a20da2731341ae"/>
          <a:stretch xmlns:a="http://schemas.openxmlformats.org/drawingml/2006/main"/>
        </p:blipFill>
        <p:spPr>
          <a:xfrm xmlns:a="http://schemas.openxmlformats.org/drawingml/2006/main">
            <a:off x="3429000" y="1952625"/>
            <a:ext cx="5334000" cy="3333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5380CE-D066-4F64-822D-9069CD83D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72D4C1"/>
                </a:solidFill>
              </a:defRPr>
            </a:defPPr>
            <a:lvl1pPr>
              <a:defRPr sz="2400" b="1">
                <a:solidFill>
                  <a:srgbClr val="72D4C1"/>
                </a:solidFill>
              </a:defRPr>
            </a:lvl1pPr>
            <a:lvl2pPr>
              <a:defRPr sz="2400" b="1">
                <a:solidFill>
                  <a:srgbClr val="72D4C1"/>
                </a:solidFill>
              </a:defRPr>
            </a:lvl2pPr>
            <a:lvl3pPr>
              <a:defRPr sz="2400" b="1">
                <a:solidFill>
                  <a:srgbClr val="72D4C1"/>
                </a:solidFill>
              </a:defRPr>
            </a:lvl3pPr>
            <a:lvl4pPr>
              <a:defRPr sz="2400" b="1">
                <a:solidFill>
                  <a:srgbClr val="72D4C1"/>
                </a:solidFill>
              </a:defRPr>
            </a:lvl4pPr>
            <a:lvl5pPr>
              <a:defRPr sz="2400" b="1">
                <a:solidFill>
                  <a:srgbClr val="72D4C1"/>
                </a:solidFill>
              </a:defRPr>
            </a:lvl5pPr>
            <a:lvl6pPr>
              <a:defRPr sz="2400" b="1">
                <a:solidFill>
                  <a:srgbClr val="72D4C1"/>
                </a:solidFill>
              </a:defRPr>
            </a:lvl6pPr>
            <a:lvl7pPr>
              <a:defRPr sz="2400" b="1">
                <a:solidFill>
                  <a:srgbClr val="72D4C1"/>
                </a:solidFill>
              </a:defRPr>
            </a:lvl7pPr>
            <a:lvl8pPr>
              <a:defRPr sz="2400" b="1">
                <a:solidFill>
                  <a:srgbClr val="72D4C1"/>
                </a:solidFill>
              </a:defRPr>
            </a:lvl8pPr>
            <a:lvl9pPr>
              <a:defRPr sz="2400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72D4C1"/>
                </a:solidFill>
              </a:defRPr>
            </a:pPr>
            <a:r>
              <a:rPr sz="2400" b="1">
                <a:solidFill>
                  <a:srgbClr val="72D4C1"/>
                </a:solidFill>
              </a:rPr>
              <a:t>Same geometry • different shading normals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EA07E0-0E67-4516-AB6A-109A9F807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FFFFFF"/>
                </a:solidFill>
              </a:defRPr>
            </a:defPPr>
            <a:lvl1pPr>
              <a:defRPr sz="1800" b="0">
                <a:solidFill>
                  <a:srgbClr val="FFFFFF"/>
                </a:solidFill>
              </a:defRPr>
            </a:lvl1pPr>
            <a:lvl2pPr>
              <a:defRPr sz="1800" b="0">
                <a:solidFill>
                  <a:srgbClr val="FFFFFF"/>
                </a:solidFill>
              </a:defRPr>
            </a:lvl2pPr>
            <a:lvl3pPr>
              <a:defRPr sz="1800" b="0">
                <a:solidFill>
                  <a:srgbClr val="FFFFFF"/>
                </a:solidFill>
              </a:defRPr>
            </a:lvl3pPr>
            <a:lvl4pPr>
              <a:defRPr sz="1800" b="0">
                <a:solidFill>
                  <a:srgbClr val="FFFFFF"/>
                </a:solidFill>
              </a:defRPr>
            </a:lvl4pPr>
            <a:lvl5pPr>
              <a:defRPr sz="1800" b="0">
                <a:solidFill>
                  <a:srgbClr val="FFFFFF"/>
                </a:solidFill>
              </a:defRPr>
            </a:lvl5pPr>
            <a:lvl6pPr>
              <a:defRPr sz="1800" b="0">
                <a:solidFill>
                  <a:srgbClr val="FFFFFF"/>
                </a:solidFill>
              </a:defRPr>
            </a:lvl6pPr>
            <a:lvl7pPr>
              <a:defRPr sz="1800" b="0">
                <a:solidFill>
                  <a:srgbClr val="FFFFFF"/>
                </a:solidFill>
              </a:defRPr>
            </a:lvl7pPr>
            <a:lvl8pPr>
              <a:defRPr sz="1800" b="0">
                <a:solidFill>
                  <a:srgbClr val="FFFFFF"/>
                </a:solidFill>
              </a:defRPr>
            </a:lvl8pPr>
            <a:lvl9pPr>
              <a:defRPr sz="180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Normal map: lighting detail     POM: apparent depth     WPO: vertex movement</a:t>
            </a:r>
          </a:p>
        </p:txBody>
      </p:sp>
    </p:spTree>
    <p:extLst>
      <p:ext uri="{BB962C8B-B14F-4D97-AF65-F5344CB8AC3E}">
        <p14:creationId xmlns:p14="http://schemas.microsoft.com/office/powerpoint/2010/main" val="1920045205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A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765932-E59D-4237-AC91-DF96290935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6fc7bf05124b81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FA14F6-7BF7-4CF5-852D-1194F1B9F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62DFF5"/>
                </a:solidFill>
              </a:defRPr>
            </a:defPPr>
            <a:lvl1pPr>
              <a:defRPr sz="1350" b="1">
                <a:solidFill>
                  <a:srgbClr val="62DFF5"/>
                </a:solidFill>
              </a:defRPr>
            </a:lvl1pPr>
            <a:lvl2pPr>
              <a:defRPr sz="1350" b="1">
                <a:solidFill>
                  <a:srgbClr val="62DFF5"/>
                </a:solidFill>
              </a:defRPr>
            </a:lvl2pPr>
            <a:lvl3pPr>
              <a:defRPr sz="1350" b="1">
                <a:solidFill>
                  <a:srgbClr val="62DFF5"/>
                </a:solidFill>
              </a:defRPr>
            </a:lvl3pPr>
            <a:lvl4pPr>
              <a:defRPr sz="1350" b="1">
                <a:solidFill>
                  <a:srgbClr val="62DFF5"/>
                </a:solidFill>
              </a:defRPr>
            </a:lvl4pPr>
            <a:lvl5pPr>
              <a:defRPr sz="1350" b="1">
                <a:solidFill>
                  <a:srgbClr val="62DFF5"/>
                </a:solidFill>
              </a:defRPr>
            </a:lvl5pPr>
            <a:lvl6pPr>
              <a:defRPr sz="1350" b="1">
                <a:solidFill>
                  <a:srgbClr val="62DFF5"/>
                </a:solidFill>
              </a:defRPr>
            </a:lvl6pPr>
            <a:lvl7pPr>
              <a:defRPr sz="1350" b="1">
                <a:solidFill>
                  <a:srgbClr val="62DFF5"/>
                </a:solidFill>
              </a:defRPr>
            </a:lvl7pPr>
            <a:lvl8pPr>
              <a:defRPr sz="1350" b="1">
                <a:solidFill>
                  <a:srgbClr val="62DFF5"/>
                </a:solidFill>
              </a:defRPr>
            </a:lvl8pPr>
            <a:lvl9pPr>
              <a:defRPr sz="1350" b="1">
                <a:solidFill>
                  <a:srgbClr val="62DFF5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62DFF5"/>
                </a:solidFill>
              </a:defRPr>
            </a:pPr>
            <a:r>
              <a:rPr sz="1350" b="1">
                <a:solidFill>
                  <a:srgbClr val="62DFF5"/>
                </a:solidFill>
              </a:rPr>
              <a:t>REFERENCE • EXPLORE AFTER THE LIVE WALKTHROUGH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EEECF8-224E-493E-9585-E4CC47EDD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FFFFFF"/>
                </a:solidFill>
              </a:defRPr>
            </a:defPPr>
            <a:lvl1pPr>
              <a:defRPr sz="3300" b="1">
                <a:solidFill>
                  <a:srgbClr val="FFFFFF"/>
                </a:solidFill>
              </a:defRPr>
            </a:lvl1pPr>
            <a:lvl2pPr>
              <a:defRPr sz="3300" b="1">
                <a:solidFill>
                  <a:srgbClr val="FFFFFF"/>
                </a:solidFill>
              </a:defRPr>
            </a:lvl2pPr>
            <a:lvl3pPr>
              <a:defRPr sz="3300" b="1">
                <a:solidFill>
                  <a:srgbClr val="FFFFFF"/>
                </a:solidFill>
              </a:defRPr>
            </a:lvl3pPr>
            <a:lvl4pPr>
              <a:defRPr sz="3300" b="1">
                <a:solidFill>
                  <a:srgbClr val="FFFFFF"/>
                </a:solidFill>
              </a:defRPr>
            </a:lvl4pPr>
            <a:lvl5pPr>
              <a:defRPr sz="3300" b="1">
                <a:solidFill>
                  <a:srgbClr val="FFFFFF"/>
                </a:solidFill>
              </a:defRPr>
            </a:lvl5pPr>
            <a:lvl6pPr>
              <a:defRPr sz="3300" b="1">
                <a:solidFill>
                  <a:srgbClr val="FFFFFF"/>
                </a:solidFill>
              </a:defRPr>
            </a:lvl6pPr>
            <a:lvl7pPr>
              <a:defRPr sz="3300" b="1">
                <a:solidFill>
                  <a:srgbClr val="FFFFFF"/>
                </a:solidFill>
              </a:defRPr>
            </a:lvl7pPr>
            <a:lvl8pPr>
              <a:defRPr sz="3300" b="1">
                <a:solidFill>
                  <a:srgbClr val="FFFFFF"/>
                </a:solidFill>
              </a:defRPr>
            </a:lvl8pPr>
            <a:lvl9pPr>
              <a:defRPr sz="33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Parameter troubleshooting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7C5FC2-D26F-4082-BEA4-DEF61257D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C4D3E3"/>
                </a:solidFill>
              </a:defRPr>
            </a:defPPr>
            <a:lvl1pPr>
              <a:defRPr sz="1200" b="0">
                <a:solidFill>
                  <a:srgbClr val="C4D3E3"/>
                </a:solidFill>
              </a:defRPr>
            </a:lvl1pPr>
            <a:lvl2pPr>
              <a:defRPr sz="1200" b="0">
                <a:solidFill>
                  <a:srgbClr val="C4D3E3"/>
                </a:solidFill>
              </a:defRPr>
            </a:lvl2pPr>
            <a:lvl3pPr>
              <a:defRPr sz="1200" b="0">
                <a:solidFill>
                  <a:srgbClr val="C4D3E3"/>
                </a:solidFill>
              </a:defRPr>
            </a:lvl3pPr>
            <a:lvl4pPr>
              <a:defRPr sz="1200" b="0">
                <a:solidFill>
                  <a:srgbClr val="C4D3E3"/>
                </a:solidFill>
              </a:defRPr>
            </a:lvl4pPr>
            <a:lvl5pPr>
              <a:defRPr sz="1200" b="0">
                <a:solidFill>
                  <a:srgbClr val="C4D3E3"/>
                </a:solidFill>
              </a:defRPr>
            </a:lvl5pPr>
            <a:lvl6pPr>
              <a:defRPr sz="1200" b="0">
                <a:solidFill>
                  <a:srgbClr val="C4D3E3"/>
                </a:solidFill>
              </a:defRPr>
            </a:lvl6pPr>
            <a:lvl7pPr>
              <a:defRPr sz="1200" b="0">
                <a:solidFill>
                  <a:srgbClr val="C4D3E3"/>
                </a:solidFill>
              </a:defRPr>
            </a:lvl7pPr>
            <a:lvl8pPr>
              <a:defRPr sz="1200" b="0">
                <a:solidFill>
                  <a:srgbClr val="C4D3E3"/>
                </a:solidFill>
              </a:defRPr>
            </a:lvl8pPr>
            <a:lvl9pPr>
              <a:defRPr sz="1200" b="0">
                <a:solidFill>
                  <a:srgbClr val="C4D3E3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C4D3E3"/>
                </a:solidFill>
              </a:defRPr>
            </a:pPr>
            <a:r>
              <a:rPr sz="1200" b="0">
                <a:solidFill>
                  <a:srgbClr val="C4D3E3"/>
                </a:solidFill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888E41-6C0A-4625-8FF7-D747D71B4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72D4C1"/>
                </a:solidFill>
              </a:defRPr>
            </a:defPPr>
            <a:lvl1pPr>
              <a:defRPr sz="2100" b="1">
                <a:solidFill>
                  <a:srgbClr val="72D4C1"/>
                </a:solidFill>
              </a:defRPr>
            </a:lvl1pPr>
            <a:lvl2pPr>
              <a:defRPr sz="2100" b="1">
                <a:solidFill>
                  <a:srgbClr val="72D4C1"/>
                </a:solidFill>
              </a:defRPr>
            </a:lvl2pPr>
            <a:lvl3pPr>
              <a:defRPr sz="2100" b="1">
                <a:solidFill>
                  <a:srgbClr val="72D4C1"/>
                </a:solidFill>
              </a:defRPr>
            </a:lvl3pPr>
            <a:lvl4pPr>
              <a:defRPr sz="2100" b="1">
                <a:solidFill>
                  <a:srgbClr val="72D4C1"/>
                </a:solidFill>
              </a:defRPr>
            </a:lvl4pPr>
            <a:lvl5pPr>
              <a:defRPr sz="2100" b="1">
                <a:solidFill>
                  <a:srgbClr val="72D4C1"/>
                </a:solidFill>
              </a:defRPr>
            </a:lvl5pPr>
            <a:lvl6pPr>
              <a:defRPr sz="2100" b="1">
                <a:solidFill>
                  <a:srgbClr val="72D4C1"/>
                </a:solidFill>
              </a:defRPr>
            </a:lvl6pPr>
            <a:lvl7pPr>
              <a:defRPr sz="2100" b="1">
                <a:solidFill>
                  <a:srgbClr val="72D4C1"/>
                </a:solidFill>
              </a:defRPr>
            </a:lvl7pPr>
            <a:lvl8pPr>
              <a:defRPr sz="2100" b="1">
                <a:solidFill>
                  <a:srgbClr val="72D4C1"/>
                </a:solidFill>
              </a:defRPr>
            </a:lvl8pPr>
            <a:lvl9pPr>
              <a:defRPr sz="2100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72D4C1"/>
                </a:solidFill>
              </a:defRPr>
            </a:pPr>
            <a:r>
              <a:rPr sz="2100" b="1">
                <a:solidFill>
                  <a:srgbClr val="72D4C1"/>
                </a:solidFill>
              </a:rPr>
              <a:t>1 / Assignment and override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7C7AA3-92CD-45C7-BEE7-B903DA190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FFFFFF"/>
                </a:solidFill>
              </a:defRPr>
            </a:defPPr>
            <a:lvl1pPr>
              <a:defRPr sz="1875" b="0">
                <a:solidFill>
                  <a:srgbClr val="FFFFFF"/>
                </a:solidFill>
              </a:defRPr>
            </a:lvl1pPr>
            <a:lvl2pPr>
              <a:defRPr sz="1875" b="0">
                <a:solidFill>
                  <a:srgbClr val="FFFFFF"/>
                </a:solidFill>
              </a:defRPr>
            </a:lvl2pPr>
            <a:lvl3pPr>
              <a:defRPr sz="1875" b="0">
                <a:solidFill>
                  <a:srgbClr val="FFFFFF"/>
                </a:solidFill>
              </a:defRPr>
            </a:lvl3pPr>
            <a:lvl4pPr>
              <a:defRPr sz="1875" b="0">
                <a:solidFill>
                  <a:srgbClr val="FFFFFF"/>
                </a:solidFill>
              </a:defRPr>
            </a:lvl4pPr>
            <a:lvl5pPr>
              <a:defRPr sz="1875" b="0">
                <a:solidFill>
                  <a:srgbClr val="FFFFFF"/>
                </a:solidFill>
              </a:defRPr>
            </a:lvl5pPr>
            <a:lvl6pPr>
              <a:defRPr sz="1875" b="0">
                <a:solidFill>
                  <a:srgbClr val="FFFFFF"/>
                </a:solidFill>
              </a:defRPr>
            </a:lvl6pPr>
            <a:lvl7pPr>
              <a:defRPr sz="1875" b="0">
                <a:solidFill>
                  <a:srgbClr val="FFFFFF"/>
                </a:solidFill>
              </a:defRPr>
            </a:lvl7pPr>
            <a:lvl8pPr>
              <a:defRPr sz="1875" b="0">
                <a:solidFill>
                  <a:srgbClr val="FFFFFF"/>
                </a:solidFill>
              </a:defRPr>
            </a:lvl8pPr>
            <a:lvl9pPr>
              <a:defRPr sz="187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Is the duplicate assigned? Is its parameter checkbox enabled?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F8FF46-5B58-4F12-AA78-BD0D382EE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72D4C1"/>
                </a:solidFill>
              </a:defRPr>
            </a:defPPr>
            <a:lvl1pPr>
              <a:defRPr sz="2100" b="1">
                <a:solidFill>
                  <a:srgbClr val="72D4C1"/>
                </a:solidFill>
              </a:defRPr>
            </a:lvl1pPr>
            <a:lvl2pPr>
              <a:defRPr sz="2100" b="1">
                <a:solidFill>
                  <a:srgbClr val="72D4C1"/>
                </a:solidFill>
              </a:defRPr>
            </a:lvl2pPr>
            <a:lvl3pPr>
              <a:defRPr sz="2100" b="1">
                <a:solidFill>
                  <a:srgbClr val="72D4C1"/>
                </a:solidFill>
              </a:defRPr>
            </a:lvl3pPr>
            <a:lvl4pPr>
              <a:defRPr sz="2100" b="1">
                <a:solidFill>
                  <a:srgbClr val="72D4C1"/>
                </a:solidFill>
              </a:defRPr>
            </a:lvl4pPr>
            <a:lvl5pPr>
              <a:defRPr sz="2100" b="1">
                <a:solidFill>
                  <a:srgbClr val="72D4C1"/>
                </a:solidFill>
              </a:defRPr>
            </a:lvl5pPr>
            <a:lvl6pPr>
              <a:defRPr sz="2100" b="1">
                <a:solidFill>
                  <a:srgbClr val="72D4C1"/>
                </a:solidFill>
              </a:defRPr>
            </a:lvl6pPr>
            <a:lvl7pPr>
              <a:defRPr sz="2100" b="1">
                <a:solidFill>
                  <a:srgbClr val="72D4C1"/>
                </a:solidFill>
              </a:defRPr>
            </a:lvl7pPr>
            <a:lvl8pPr>
              <a:defRPr sz="2100" b="1">
                <a:solidFill>
                  <a:srgbClr val="72D4C1"/>
                </a:solidFill>
              </a:defRPr>
            </a:lvl8pPr>
            <a:lvl9pPr>
              <a:defRPr sz="2100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72D4C1"/>
                </a:solidFill>
              </a:defRPr>
            </a:pPr>
            <a:r>
              <a:rPr sz="2100" b="1">
                <a:solidFill>
                  <a:srgbClr val="72D4C1"/>
                </a:solidFill>
              </a:rPr>
              <a:t>2 / Active branch and scope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BDF208-7DA2-48D2-8267-5E2EC2CF1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FFFFFF"/>
                </a:solidFill>
              </a:defRPr>
            </a:defPPr>
            <a:lvl1pPr>
              <a:defRPr sz="1875" b="0">
                <a:solidFill>
                  <a:srgbClr val="FFFFFF"/>
                </a:solidFill>
              </a:defRPr>
            </a:lvl1pPr>
            <a:lvl2pPr>
              <a:defRPr sz="1875" b="0">
                <a:solidFill>
                  <a:srgbClr val="FFFFFF"/>
                </a:solidFill>
              </a:defRPr>
            </a:lvl2pPr>
            <a:lvl3pPr>
              <a:defRPr sz="1875" b="0">
                <a:solidFill>
                  <a:srgbClr val="FFFFFF"/>
                </a:solidFill>
              </a:defRPr>
            </a:lvl3pPr>
            <a:lvl4pPr>
              <a:defRPr sz="1875" b="0">
                <a:solidFill>
                  <a:srgbClr val="FFFFFF"/>
                </a:solidFill>
              </a:defRPr>
            </a:lvl4pPr>
            <a:lvl5pPr>
              <a:defRPr sz="1875" b="0">
                <a:solidFill>
                  <a:srgbClr val="FFFFFF"/>
                </a:solidFill>
              </a:defRPr>
            </a:lvl5pPr>
            <a:lvl6pPr>
              <a:defRPr sz="1875" b="0">
                <a:solidFill>
                  <a:srgbClr val="FFFFFF"/>
                </a:solidFill>
              </a:defRPr>
            </a:lvl6pPr>
            <a:lvl7pPr>
              <a:defRPr sz="1875" b="0">
                <a:solidFill>
                  <a:srgbClr val="FFFFFF"/>
                </a:solidFill>
              </a:defRPr>
            </a:lvl7pPr>
            <a:lvl8pPr>
              <a:defRPr sz="1875" b="0">
                <a:solidFill>
                  <a:srgbClr val="FFFFFF"/>
                </a:solidFill>
              </a:defRPr>
            </a:lvl8pPr>
            <a:lvl9pPr>
              <a:defRPr sz="187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Packed mode uses ORM controls. Collection values affect every reader.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FE2C33-B79B-47AF-9170-1DD18D029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72D4C1"/>
                </a:solidFill>
              </a:defRPr>
            </a:defPPr>
            <a:lvl1pPr>
              <a:defRPr sz="2100" b="1">
                <a:solidFill>
                  <a:srgbClr val="72D4C1"/>
                </a:solidFill>
              </a:defRPr>
            </a:lvl1pPr>
            <a:lvl2pPr>
              <a:defRPr sz="2100" b="1">
                <a:solidFill>
                  <a:srgbClr val="72D4C1"/>
                </a:solidFill>
              </a:defRPr>
            </a:lvl2pPr>
            <a:lvl3pPr>
              <a:defRPr sz="2100" b="1">
                <a:solidFill>
                  <a:srgbClr val="72D4C1"/>
                </a:solidFill>
              </a:defRPr>
            </a:lvl3pPr>
            <a:lvl4pPr>
              <a:defRPr sz="2100" b="1">
                <a:solidFill>
                  <a:srgbClr val="72D4C1"/>
                </a:solidFill>
              </a:defRPr>
            </a:lvl4pPr>
            <a:lvl5pPr>
              <a:defRPr sz="2100" b="1">
                <a:solidFill>
                  <a:srgbClr val="72D4C1"/>
                </a:solidFill>
              </a:defRPr>
            </a:lvl5pPr>
            <a:lvl6pPr>
              <a:defRPr sz="2100" b="1">
                <a:solidFill>
                  <a:srgbClr val="72D4C1"/>
                </a:solidFill>
              </a:defRPr>
            </a:lvl6pPr>
            <a:lvl7pPr>
              <a:defRPr sz="2100" b="1">
                <a:solidFill>
                  <a:srgbClr val="72D4C1"/>
                </a:solidFill>
              </a:defRPr>
            </a:lvl7pPr>
            <a:lvl8pPr>
              <a:defRPr sz="2100" b="1">
                <a:solidFill>
                  <a:srgbClr val="72D4C1"/>
                </a:solidFill>
              </a:defRPr>
            </a:lvl8pPr>
            <a:lvl9pPr>
              <a:defRPr sz="2100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72D4C1"/>
                </a:solidFill>
              </a:defRPr>
            </a:pPr>
            <a:r>
              <a:rPr sz="2100" b="1">
                <a:solidFill>
                  <a:srgbClr val="72D4C1"/>
                </a:solidFill>
              </a:rPr>
              <a:t>3 / Data and comparison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27BBA2-DD49-4302-96F5-A3DA8FD5F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FFFFFF"/>
                </a:solidFill>
              </a:defRPr>
            </a:defPPr>
            <a:lvl1pPr>
              <a:defRPr sz="1875" b="0">
                <a:solidFill>
                  <a:srgbClr val="FFFFFF"/>
                </a:solidFill>
              </a:defRPr>
            </a:lvl1pPr>
            <a:lvl2pPr>
              <a:defRPr sz="1875" b="0">
                <a:solidFill>
                  <a:srgbClr val="FFFFFF"/>
                </a:solidFill>
              </a:defRPr>
            </a:lvl2pPr>
            <a:lvl3pPr>
              <a:defRPr sz="1875" b="0">
                <a:solidFill>
                  <a:srgbClr val="FFFFFF"/>
                </a:solidFill>
              </a:defRPr>
            </a:lvl3pPr>
            <a:lvl4pPr>
              <a:defRPr sz="1875" b="0">
                <a:solidFill>
                  <a:srgbClr val="FFFFFF"/>
                </a:solidFill>
              </a:defRPr>
            </a:lvl4pPr>
            <a:lvl5pPr>
              <a:defRPr sz="1875" b="0">
                <a:solidFill>
                  <a:srgbClr val="FFFFFF"/>
                </a:solidFill>
              </a:defRPr>
            </a:lvl5pPr>
            <a:lvl6pPr>
              <a:defRPr sz="1875" b="0">
                <a:solidFill>
                  <a:srgbClr val="FFFFFF"/>
                </a:solidFill>
              </a:defRPr>
            </a:lvl6pPr>
            <a:lvl7pPr>
              <a:defRPr sz="1875" b="0">
                <a:solidFill>
                  <a:srgbClr val="FFFFFF"/>
                </a:solidFill>
              </a:defRPr>
            </a:lvl7pPr>
            <a:lvl8pPr>
              <a:defRPr sz="1875" b="0">
                <a:solidFill>
                  <a:srgbClr val="FFFFFF"/>
                </a:solidFill>
              </a:defRPr>
            </a:lvl8pPr>
            <a:lvl9pPr>
              <a:defRPr sz="187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Check channels, color space, sampler, camera, light and exposure.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50231D-FFA7-4166-B721-DB3757467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72D4C1"/>
                </a:solidFill>
              </a:defRPr>
            </a:defPPr>
            <a:lvl1pPr>
              <a:defRPr sz="1800" b="1">
                <a:solidFill>
                  <a:srgbClr val="72D4C1"/>
                </a:solidFill>
              </a:defRPr>
            </a:lvl1pPr>
            <a:lvl2pPr>
              <a:defRPr sz="1800" b="1">
                <a:solidFill>
                  <a:srgbClr val="72D4C1"/>
                </a:solidFill>
              </a:defRPr>
            </a:lvl2pPr>
            <a:lvl3pPr>
              <a:defRPr sz="1800" b="1">
                <a:solidFill>
                  <a:srgbClr val="72D4C1"/>
                </a:solidFill>
              </a:defRPr>
            </a:lvl3pPr>
            <a:lvl4pPr>
              <a:defRPr sz="1800" b="1">
                <a:solidFill>
                  <a:srgbClr val="72D4C1"/>
                </a:solidFill>
              </a:defRPr>
            </a:lvl4pPr>
            <a:lvl5pPr>
              <a:defRPr sz="1800" b="1">
                <a:solidFill>
                  <a:srgbClr val="72D4C1"/>
                </a:solidFill>
              </a:defRPr>
            </a:lvl5pPr>
            <a:lvl6pPr>
              <a:defRPr sz="1800" b="1">
                <a:solidFill>
                  <a:srgbClr val="72D4C1"/>
                </a:solidFill>
              </a:defRPr>
            </a:lvl6pPr>
            <a:lvl7pPr>
              <a:defRPr sz="1800" b="1">
                <a:solidFill>
                  <a:srgbClr val="72D4C1"/>
                </a:solidFill>
              </a:defRPr>
            </a:lvl7pPr>
            <a:lvl8pPr>
              <a:defRPr sz="1800" b="1">
                <a:solidFill>
                  <a:srgbClr val="72D4C1"/>
                </a:solidFill>
              </a:defRPr>
            </a:lvl8pPr>
            <a:lvl9pPr>
              <a:defRPr sz="1800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72D4C1"/>
                </a:solidFill>
              </a:defRPr>
            </a:pPr>
            <a:r>
              <a:rPr sz="1800" b="1">
                <a:solidFill>
                  <a:srgbClr val="72D4C1"/>
                </a:solidFill>
              </a:rPr>
              <a:t>Explore further: Shader cheat sheet + Lab outline in the Week 9 packet</a:t>
            </a:r>
          </a:p>
        </p:txBody>
      </p:sp>
    </p:spTree>
    <p:extLst>
      <p:ext uri="{BB962C8B-B14F-4D97-AF65-F5344CB8AC3E}">
        <p14:creationId xmlns:p14="http://schemas.microsoft.com/office/powerpoint/2010/main" val="186882420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A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9D2F27-B055-48F7-9C1F-C054BB8C10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db81f0dd01426d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F4B5D7-A66D-4426-BA75-A6E6D416C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62DFF5"/>
                </a:solidFill>
              </a:defRPr>
            </a:defPPr>
            <a:lvl1pPr>
              <a:defRPr sz="1350" b="1">
                <a:solidFill>
                  <a:srgbClr val="62DFF5"/>
                </a:solidFill>
              </a:defRPr>
            </a:lvl1pPr>
            <a:lvl2pPr>
              <a:defRPr sz="1350" b="1">
                <a:solidFill>
                  <a:srgbClr val="62DFF5"/>
                </a:solidFill>
              </a:defRPr>
            </a:lvl2pPr>
            <a:lvl3pPr>
              <a:defRPr sz="1350" b="1">
                <a:solidFill>
                  <a:srgbClr val="62DFF5"/>
                </a:solidFill>
              </a:defRPr>
            </a:lvl3pPr>
            <a:lvl4pPr>
              <a:defRPr sz="1350" b="1">
                <a:solidFill>
                  <a:srgbClr val="62DFF5"/>
                </a:solidFill>
              </a:defRPr>
            </a:lvl4pPr>
            <a:lvl5pPr>
              <a:defRPr sz="1350" b="1">
                <a:solidFill>
                  <a:srgbClr val="62DFF5"/>
                </a:solidFill>
              </a:defRPr>
            </a:lvl5pPr>
            <a:lvl6pPr>
              <a:defRPr sz="1350" b="1">
                <a:solidFill>
                  <a:srgbClr val="62DFF5"/>
                </a:solidFill>
              </a:defRPr>
            </a:lvl6pPr>
            <a:lvl7pPr>
              <a:defRPr sz="1350" b="1">
                <a:solidFill>
                  <a:srgbClr val="62DFF5"/>
                </a:solidFill>
              </a:defRPr>
            </a:lvl7pPr>
            <a:lvl8pPr>
              <a:defRPr sz="1350" b="1">
                <a:solidFill>
                  <a:srgbClr val="62DFF5"/>
                </a:solidFill>
              </a:defRPr>
            </a:lvl8pPr>
            <a:lvl9pPr>
              <a:defRPr sz="1350" b="1">
                <a:solidFill>
                  <a:srgbClr val="62DFF5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62DFF5"/>
                </a:solidFill>
              </a:defRPr>
            </a:pPr>
            <a:r>
              <a:rPr sz="1350" b="1">
                <a:solidFill>
                  <a:srgbClr val="62DFF5"/>
                </a:solidFill>
              </a:rPr>
              <a:t>OPTIONAL STATION 07 EXTENSION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F354B9-7481-4128-A71B-CC7149BA6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FFFFF"/>
                </a:solidFill>
              </a:defRPr>
            </a:defPPr>
            <a:lvl1pPr>
              <a:defRPr sz="3150" b="1">
                <a:solidFill>
                  <a:srgbClr val="FFFFFF"/>
                </a:solidFill>
              </a:defRPr>
            </a:lvl1pPr>
            <a:lvl2pPr>
              <a:defRPr sz="3150" b="1">
                <a:solidFill>
                  <a:srgbClr val="FFFFFF"/>
                </a:solidFill>
              </a:defRPr>
            </a:lvl2pPr>
            <a:lvl3pPr>
              <a:defRPr sz="3150" b="1">
                <a:solidFill>
                  <a:srgbClr val="FFFFFF"/>
                </a:solidFill>
              </a:defRPr>
            </a:lvl3pPr>
            <a:lvl4pPr>
              <a:defRPr sz="3150" b="1">
                <a:solidFill>
                  <a:srgbClr val="FFFFFF"/>
                </a:solidFill>
              </a:defRPr>
            </a:lvl4pPr>
            <a:lvl5pPr>
              <a:defRPr sz="3150" b="1">
                <a:solidFill>
                  <a:srgbClr val="FFFFFF"/>
                </a:solidFill>
              </a:defRPr>
            </a:lvl5pPr>
            <a:lvl6pPr>
              <a:defRPr sz="3150" b="1">
                <a:solidFill>
                  <a:srgbClr val="FFFFFF"/>
                </a:solidFill>
              </a:defRPr>
            </a:lvl6pPr>
            <a:lvl7pPr>
              <a:defRPr sz="3150" b="1">
                <a:solidFill>
                  <a:srgbClr val="FFFFFF"/>
                </a:solidFill>
              </a:defRPr>
            </a:lvl7pPr>
            <a:lvl8pPr>
              <a:defRPr sz="3150" b="1">
                <a:solidFill>
                  <a:srgbClr val="FFFFFF"/>
                </a:solidFill>
              </a:defRPr>
            </a:lvl8pPr>
            <a:lvl9pPr>
              <a:defRPr sz="31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Parallax: height changes the texture lookup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B7165D-4261-42E2-ADF6-21EEA425F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72D4C1"/>
                </a:solidFill>
              </a:defRPr>
            </a:defPPr>
            <a:lvl1pPr>
              <a:defRPr sz="1650" b="1">
                <a:solidFill>
                  <a:srgbClr val="72D4C1"/>
                </a:solidFill>
              </a:defRPr>
            </a:lvl1pPr>
            <a:lvl2pPr>
              <a:defRPr sz="1650" b="1">
                <a:solidFill>
                  <a:srgbClr val="72D4C1"/>
                </a:solidFill>
              </a:defRPr>
            </a:lvl2pPr>
            <a:lvl3pPr>
              <a:defRPr sz="1650" b="1">
                <a:solidFill>
                  <a:srgbClr val="72D4C1"/>
                </a:solidFill>
              </a:defRPr>
            </a:lvl3pPr>
            <a:lvl4pPr>
              <a:defRPr sz="1650" b="1">
                <a:solidFill>
                  <a:srgbClr val="72D4C1"/>
                </a:solidFill>
              </a:defRPr>
            </a:lvl4pPr>
            <a:lvl5pPr>
              <a:defRPr sz="1650" b="1">
                <a:solidFill>
                  <a:srgbClr val="72D4C1"/>
                </a:solidFill>
              </a:defRPr>
            </a:lvl5pPr>
            <a:lvl6pPr>
              <a:defRPr sz="1650" b="1">
                <a:solidFill>
                  <a:srgbClr val="72D4C1"/>
                </a:solidFill>
              </a:defRPr>
            </a:lvl6pPr>
            <a:lvl7pPr>
              <a:defRPr sz="1650" b="1">
                <a:solidFill>
                  <a:srgbClr val="72D4C1"/>
                </a:solidFill>
              </a:defRPr>
            </a:lvl7pPr>
            <a:lvl8pPr>
              <a:defRPr sz="1650" b="1">
                <a:solidFill>
                  <a:srgbClr val="72D4C1"/>
                </a:solidFill>
              </a:defRPr>
            </a:lvl8pPr>
            <a:lvl9pPr>
              <a:defRPr sz="1650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72D4C1"/>
                </a:solidFill>
              </a:defRPr>
            </a:pPr>
            <a:r>
              <a:rPr sz="1650" b="1">
                <a:solidFill>
                  <a:srgbClr val="72D4C1"/>
                </a:solidFill>
              </a:rPr>
              <a:t>HEIGHT SOURCE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F88756-872E-43FB-846B-2223D67B3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FFFFFF"/>
                </a:solidFill>
              </a:defRPr>
            </a:defPPr>
            <a:lvl1pPr>
              <a:defRPr sz="2250" b="0">
                <a:solidFill>
                  <a:srgbClr val="FFFFFF"/>
                </a:solidFill>
              </a:defRPr>
            </a:lvl1pPr>
            <a:lvl2pPr>
              <a:defRPr sz="2250" b="0">
                <a:solidFill>
                  <a:srgbClr val="FFFFFF"/>
                </a:solidFill>
              </a:defRPr>
            </a:lvl2pPr>
            <a:lvl3pPr>
              <a:defRPr sz="2250" b="0">
                <a:solidFill>
                  <a:srgbClr val="FFFFFF"/>
                </a:solidFill>
              </a:defRPr>
            </a:lvl3pPr>
            <a:lvl4pPr>
              <a:defRPr sz="2250" b="0">
                <a:solidFill>
                  <a:srgbClr val="FFFFFF"/>
                </a:solidFill>
              </a:defRPr>
            </a:lvl4pPr>
            <a:lvl5pPr>
              <a:defRPr sz="2250" b="0">
                <a:solidFill>
                  <a:srgbClr val="FFFFFF"/>
                </a:solidFill>
              </a:defRPr>
            </a:lvl5pPr>
            <a:lvl6pPr>
              <a:defRPr sz="2250" b="0">
                <a:solidFill>
                  <a:srgbClr val="FFFFFF"/>
                </a:solidFill>
              </a:defRPr>
            </a:lvl6pPr>
            <a:lvl7pPr>
              <a:defRPr sz="2250" b="0">
                <a:solidFill>
                  <a:srgbClr val="FFFFFF"/>
                </a:solidFill>
              </a:defRPr>
            </a:lvl7pPr>
            <a:lvl8pPr>
              <a:defRPr sz="2250" b="0">
                <a:solidFill>
                  <a:srgbClr val="FFFFFF"/>
                </a:solidFill>
              </a:defRPr>
            </a:lvl8pPr>
            <a:lvl9pPr>
              <a:defRPr sz="225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FFFFFF"/>
                </a:solidFill>
              </a:defRPr>
            </a:pPr>
            <a:r>
              <a:rPr sz="2250" b="0">
                <a:solidFill>
                  <a:srgbClr val="FFFFFF"/>
                </a:solidFill>
              </a:rPr>
              <a:t>Texture Object → height channel 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4C30C7-B44E-40D9-9511-3C0EC214F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72D4C1"/>
                </a:solidFill>
              </a:defRPr>
            </a:defPPr>
            <a:lvl1pPr>
              <a:defRPr sz="1650" b="1">
                <a:solidFill>
                  <a:srgbClr val="72D4C1"/>
                </a:solidFill>
              </a:defRPr>
            </a:lvl1pPr>
            <a:lvl2pPr>
              <a:defRPr sz="1650" b="1">
                <a:solidFill>
                  <a:srgbClr val="72D4C1"/>
                </a:solidFill>
              </a:defRPr>
            </a:lvl2pPr>
            <a:lvl3pPr>
              <a:defRPr sz="1650" b="1">
                <a:solidFill>
                  <a:srgbClr val="72D4C1"/>
                </a:solidFill>
              </a:defRPr>
            </a:lvl3pPr>
            <a:lvl4pPr>
              <a:defRPr sz="1650" b="1">
                <a:solidFill>
                  <a:srgbClr val="72D4C1"/>
                </a:solidFill>
              </a:defRPr>
            </a:lvl4pPr>
            <a:lvl5pPr>
              <a:defRPr sz="1650" b="1">
                <a:solidFill>
                  <a:srgbClr val="72D4C1"/>
                </a:solidFill>
              </a:defRPr>
            </a:lvl5pPr>
            <a:lvl6pPr>
              <a:defRPr sz="1650" b="1">
                <a:solidFill>
                  <a:srgbClr val="72D4C1"/>
                </a:solidFill>
              </a:defRPr>
            </a:lvl6pPr>
            <a:lvl7pPr>
              <a:defRPr sz="1650" b="1">
                <a:solidFill>
                  <a:srgbClr val="72D4C1"/>
                </a:solidFill>
              </a:defRPr>
            </a:lvl7pPr>
            <a:lvl8pPr>
              <a:defRPr sz="1650" b="1">
                <a:solidFill>
                  <a:srgbClr val="72D4C1"/>
                </a:solidFill>
              </a:defRPr>
            </a:lvl8pPr>
            <a:lvl9pPr>
              <a:defRPr sz="1650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72D4C1"/>
                </a:solidFill>
              </a:defRPr>
            </a:pPr>
            <a:r>
              <a:rPr sz="1650" b="1">
                <a:solidFill>
                  <a:srgbClr val="72D4C1"/>
                </a:solidFill>
              </a:rPr>
              <a:t>VIEW-DEPENDENT LOOKUP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47BF12-D151-4D14-87A3-4A8F82FB1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FFFFFF"/>
                </a:solidFill>
              </a:defRPr>
            </a:defPPr>
            <a:lvl1pPr>
              <a:defRPr sz="2250" b="0">
                <a:solidFill>
                  <a:srgbClr val="FFFFFF"/>
                </a:solidFill>
              </a:defRPr>
            </a:lvl1pPr>
            <a:lvl2pPr>
              <a:defRPr sz="2250" b="0">
                <a:solidFill>
                  <a:srgbClr val="FFFFFF"/>
                </a:solidFill>
              </a:defRPr>
            </a:lvl2pPr>
            <a:lvl3pPr>
              <a:defRPr sz="2250" b="0">
                <a:solidFill>
                  <a:srgbClr val="FFFFFF"/>
                </a:solidFill>
              </a:defRPr>
            </a:lvl3pPr>
            <a:lvl4pPr>
              <a:defRPr sz="2250" b="0">
                <a:solidFill>
                  <a:srgbClr val="FFFFFF"/>
                </a:solidFill>
              </a:defRPr>
            </a:lvl4pPr>
            <a:lvl5pPr>
              <a:defRPr sz="2250" b="0">
                <a:solidFill>
                  <a:srgbClr val="FFFFFF"/>
                </a:solidFill>
              </a:defRPr>
            </a:lvl5pPr>
            <a:lvl6pPr>
              <a:defRPr sz="2250" b="0">
                <a:solidFill>
                  <a:srgbClr val="FFFFFF"/>
                </a:solidFill>
              </a:defRPr>
            </a:lvl6pPr>
            <a:lvl7pPr>
              <a:defRPr sz="2250" b="0">
                <a:solidFill>
                  <a:srgbClr val="FFFFFF"/>
                </a:solidFill>
              </a:defRPr>
            </a:lvl7pPr>
            <a:lvl8pPr>
              <a:defRPr sz="2250" b="0">
                <a:solidFill>
                  <a:srgbClr val="FFFFFF"/>
                </a:solidFill>
              </a:defRPr>
            </a:lvl8pPr>
            <a:lvl9pPr>
              <a:defRPr sz="225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FFFFFF"/>
                </a:solidFill>
              </a:defRPr>
            </a:pPr>
            <a:r>
              <a:rPr sz="2250" b="0">
                <a:solidFill>
                  <a:srgbClr val="FFFFFF"/>
                </a:solidFill>
              </a:rPr>
              <a:t>POM samples the heightfield along the view ray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6131A8-8095-4425-B5C8-21E31E70B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72D4C1"/>
                </a:solidFill>
              </a:defRPr>
            </a:defPPr>
            <a:lvl1pPr>
              <a:defRPr sz="1650" b="1">
                <a:solidFill>
                  <a:srgbClr val="72D4C1"/>
                </a:solidFill>
              </a:defRPr>
            </a:lvl1pPr>
            <a:lvl2pPr>
              <a:defRPr sz="1650" b="1">
                <a:solidFill>
                  <a:srgbClr val="72D4C1"/>
                </a:solidFill>
              </a:defRPr>
            </a:lvl2pPr>
            <a:lvl3pPr>
              <a:defRPr sz="1650" b="1">
                <a:solidFill>
                  <a:srgbClr val="72D4C1"/>
                </a:solidFill>
              </a:defRPr>
            </a:lvl3pPr>
            <a:lvl4pPr>
              <a:defRPr sz="1650" b="1">
                <a:solidFill>
                  <a:srgbClr val="72D4C1"/>
                </a:solidFill>
              </a:defRPr>
            </a:lvl4pPr>
            <a:lvl5pPr>
              <a:defRPr sz="1650" b="1">
                <a:solidFill>
                  <a:srgbClr val="72D4C1"/>
                </a:solidFill>
              </a:defRPr>
            </a:lvl5pPr>
            <a:lvl6pPr>
              <a:defRPr sz="1650" b="1">
                <a:solidFill>
                  <a:srgbClr val="72D4C1"/>
                </a:solidFill>
              </a:defRPr>
            </a:lvl6pPr>
            <a:lvl7pPr>
              <a:defRPr sz="1650" b="1">
                <a:solidFill>
                  <a:srgbClr val="72D4C1"/>
                </a:solidFill>
              </a:defRPr>
            </a:lvl7pPr>
            <a:lvl8pPr>
              <a:defRPr sz="1650" b="1">
                <a:solidFill>
                  <a:srgbClr val="72D4C1"/>
                </a:solidFill>
              </a:defRPr>
            </a:lvl8pPr>
            <a:lvl9pPr>
              <a:defRPr sz="1650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72D4C1"/>
                </a:solidFill>
              </a:defRPr>
            </a:pPr>
            <a:r>
              <a:rPr sz="1650" b="1">
                <a:solidFill>
                  <a:srgbClr val="72D4C1"/>
                </a:solidFill>
              </a:rPr>
              <a:t>CONSISTENT SURFACE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9641F8-62EB-4A3B-A479-AEC11B58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FFFFFF"/>
                </a:solidFill>
              </a:defRPr>
            </a:defPPr>
            <a:lvl1pPr>
              <a:defRPr sz="2250" b="0">
                <a:solidFill>
                  <a:srgbClr val="FFFFFF"/>
                </a:solidFill>
              </a:defRPr>
            </a:lvl1pPr>
            <a:lvl2pPr>
              <a:defRPr sz="2250" b="0">
                <a:solidFill>
                  <a:srgbClr val="FFFFFF"/>
                </a:solidFill>
              </a:defRPr>
            </a:lvl2pPr>
            <a:lvl3pPr>
              <a:defRPr sz="2250" b="0">
                <a:solidFill>
                  <a:srgbClr val="FFFFFF"/>
                </a:solidFill>
              </a:defRPr>
            </a:lvl3pPr>
            <a:lvl4pPr>
              <a:defRPr sz="2250" b="0">
                <a:solidFill>
                  <a:srgbClr val="FFFFFF"/>
                </a:solidFill>
              </a:defRPr>
            </a:lvl4pPr>
            <a:lvl5pPr>
              <a:defRPr sz="2250" b="0">
                <a:solidFill>
                  <a:srgbClr val="FFFFFF"/>
                </a:solidFill>
              </a:defRPr>
            </a:lvl5pPr>
            <a:lvl6pPr>
              <a:defRPr sz="2250" b="0">
                <a:solidFill>
                  <a:srgbClr val="FFFFFF"/>
                </a:solidFill>
              </a:defRPr>
            </a:lvl6pPr>
            <a:lvl7pPr>
              <a:defRPr sz="2250" b="0">
                <a:solidFill>
                  <a:srgbClr val="FFFFFF"/>
                </a:solidFill>
              </a:defRPr>
            </a:lvl7pPr>
            <a:lvl8pPr>
              <a:defRPr sz="2250" b="0">
                <a:solidFill>
                  <a:srgbClr val="FFFFFF"/>
                </a:solidFill>
              </a:defRPr>
            </a:lvl8pPr>
            <a:lvl9pPr>
              <a:defRPr sz="225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FFFFFF"/>
                </a:solidFill>
              </a:defRPr>
            </a:pPr>
            <a:r>
              <a:rPr sz="2250" b="0">
                <a:solidFill>
                  <a:srgbClr val="FFFFFF"/>
                </a:solidFill>
              </a:rPr>
              <a:t>Parallax UVs → base color, normal and packed maps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8EAC6D-3ECE-4025-A027-439184ED7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72D4C1"/>
                </a:solidFill>
              </a:defRPr>
            </a:defPPr>
            <a:lvl1pPr>
              <a:defRPr sz="1725" b="1">
                <a:solidFill>
                  <a:srgbClr val="72D4C1"/>
                </a:solidFill>
              </a:defRPr>
            </a:lvl1pPr>
            <a:lvl2pPr>
              <a:defRPr sz="1725" b="1">
                <a:solidFill>
                  <a:srgbClr val="72D4C1"/>
                </a:solidFill>
              </a:defRPr>
            </a:lvl2pPr>
            <a:lvl3pPr>
              <a:defRPr sz="1725" b="1">
                <a:solidFill>
                  <a:srgbClr val="72D4C1"/>
                </a:solidFill>
              </a:defRPr>
            </a:lvl3pPr>
            <a:lvl4pPr>
              <a:defRPr sz="1725" b="1">
                <a:solidFill>
                  <a:srgbClr val="72D4C1"/>
                </a:solidFill>
              </a:defRPr>
            </a:lvl4pPr>
            <a:lvl5pPr>
              <a:defRPr sz="1725" b="1">
                <a:solidFill>
                  <a:srgbClr val="72D4C1"/>
                </a:solidFill>
              </a:defRPr>
            </a:lvl5pPr>
            <a:lvl6pPr>
              <a:defRPr sz="1725" b="1">
                <a:solidFill>
                  <a:srgbClr val="72D4C1"/>
                </a:solidFill>
              </a:defRPr>
            </a:lvl6pPr>
            <a:lvl7pPr>
              <a:defRPr sz="1725" b="1">
                <a:solidFill>
                  <a:srgbClr val="72D4C1"/>
                </a:solidFill>
              </a:defRPr>
            </a:lvl7pPr>
            <a:lvl8pPr>
              <a:defRPr sz="1725" b="1">
                <a:solidFill>
                  <a:srgbClr val="72D4C1"/>
                </a:solidFill>
              </a:defRPr>
            </a:lvl8pPr>
            <a:lvl9pPr>
              <a:defRPr sz="1725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72D4C1"/>
                </a:solidFill>
              </a:defRPr>
            </a:pPr>
            <a:r>
              <a:rPr sz="1725" b="1">
                <a:solidFill>
                  <a:srgbClr val="72D4C1"/>
                </a:solidFill>
              </a:rPr>
              <a:t>Move sideways: does the apparent relief change while the silhouette stays fixed?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5A3E80-62F9-4A14-A8BD-FFA105EA2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C4D3E3"/>
                </a:solidFill>
              </a:defRPr>
            </a:defPPr>
            <a:lvl1pPr>
              <a:defRPr sz="1200" b="0">
                <a:solidFill>
                  <a:srgbClr val="C4D3E3"/>
                </a:solidFill>
              </a:defRPr>
            </a:lvl1pPr>
            <a:lvl2pPr>
              <a:defRPr sz="1200" b="0">
                <a:solidFill>
                  <a:srgbClr val="C4D3E3"/>
                </a:solidFill>
              </a:defRPr>
            </a:lvl2pPr>
            <a:lvl3pPr>
              <a:defRPr sz="1200" b="0">
                <a:solidFill>
                  <a:srgbClr val="C4D3E3"/>
                </a:solidFill>
              </a:defRPr>
            </a:lvl3pPr>
            <a:lvl4pPr>
              <a:defRPr sz="1200" b="0">
                <a:solidFill>
                  <a:srgbClr val="C4D3E3"/>
                </a:solidFill>
              </a:defRPr>
            </a:lvl4pPr>
            <a:lvl5pPr>
              <a:defRPr sz="1200" b="0">
                <a:solidFill>
                  <a:srgbClr val="C4D3E3"/>
                </a:solidFill>
              </a:defRPr>
            </a:lvl5pPr>
            <a:lvl6pPr>
              <a:defRPr sz="1200" b="0">
                <a:solidFill>
                  <a:srgbClr val="C4D3E3"/>
                </a:solidFill>
              </a:defRPr>
            </a:lvl6pPr>
            <a:lvl7pPr>
              <a:defRPr sz="1200" b="0">
                <a:solidFill>
                  <a:srgbClr val="C4D3E3"/>
                </a:solidFill>
              </a:defRPr>
            </a:lvl7pPr>
            <a:lvl8pPr>
              <a:defRPr sz="1200" b="0">
                <a:solidFill>
                  <a:srgbClr val="C4D3E3"/>
                </a:solidFill>
              </a:defRPr>
            </a:lvl8pPr>
            <a:lvl9pPr>
              <a:defRPr sz="1200" b="0">
                <a:solidFill>
                  <a:srgbClr val="C4D3E3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C4D3E3"/>
                </a:solidFill>
              </a:defRPr>
            </a:pPr>
            <a:r>
              <a:rPr sz="1200" b="0">
                <a:solidFill>
                  <a:srgbClr val="C4D3E3"/>
                </a:solidFill>
              </a:rPr>
              <a:t>15A</a:t>
            </a:r>
          </a:p>
        </p:txBody>
      </p:sp>
    </p:spTree>
    <p:extLst>
      <p:ext uri="{BB962C8B-B14F-4D97-AF65-F5344CB8AC3E}">
        <p14:creationId xmlns:p14="http://schemas.microsoft.com/office/powerpoint/2010/main" val="297132713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0A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DFE8DC-7172-466B-8B3B-42BE8D788F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b9b2fce15b42be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D9F5C1-5AC1-42A5-AEC3-EB8E6F7CD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62DFF5"/>
                </a:solidFill>
              </a:defRPr>
            </a:defPPr>
            <a:lvl1pPr>
              <a:defRPr sz="1350" b="1">
                <a:solidFill>
                  <a:srgbClr val="62DFF5"/>
                </a:solidFill>
              </a:defRPr>
            </a:lvl1pPr>
            <a:lvl2pPr>
              <a:defRPr sz="1350" b="1">
                <a:solidFill>
                  <a:srgbClr val="62DFF5"/>
                </a:solidFill>
              </a:defRPr>
            </a:lvl2pPr>
            <a:lvl3pPr>
              <a:defRPr sz="1350" b="1">
                <a:solidFill>
                  <a:srgbClr val="62DFF5"/>
                </a:solidFill>
              </a:defRPr>
            </a:lvl3pPr>
            <a:lvl4pPr>
              <a:defRPr sz="1350" b="1">
                <a:solidFill>
                  <a:srgbClr val="62DFF5"/>
                </a:solidFill>
              </a:defRPr>
            </a:lvl4pPr>
            <a:lvl5pPr>
              <a:defRPr sz="1350" b="1">
                <a:solidFill>
                  <a:srgbClr val="62DFF5"/>
                </a:solidFill>
              </a:defRPr>
            </a:lvl5pPr>
            <a:lvl6pPr>
              <a:defRPr sz="1350" b="1">
                <a:solidFill>
                  <a:srgbClr val="62DFF5"/>
                </a:solidFill>
              </a:defRPr>
            </a:lvl6pPr>
            <a:lvl7pPr>
              <a:defRPr sz="1350" b="1">
                <a:solidFill>
                  <a:srgbClr val="62DFF5"/>
                </a:solidFill>
              </a:defRPr>
            </a:lvl7pPr>
            <a:lvl8pPr>
              <a:defRPr sz="1350" b="1">
                <a:solidFill>
                  <a:srgbClr val="62DFF5"/>
                </a:solidFill>
              </a:defRPr>
            </a:lvl8pPr>
            <a:lvl9pPr>
              <a:defRPr sz="1350" b="1">
                <a:solidFill>
                  <a:srgbClr val="62DFF5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62DFF5"/>
                </a:solidFill>
              </a:defRPr>
            </a:pPr>
            <a:r>
              <a:rPr sz="1350" b="1">
                <a:solidFill>
                  <a:srgbClr val="62DFF5"/>
                </a:solidFill>
              </a:rPr>
              <a:t>OPTIONAL STATION 07 EXTENSION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F75A97-C4E7-4038-AC4A-87AE19FA4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FFFFF"/>
                </a:solidFill>
              </a:defRPr>
            </a:defPPr>
            <a:lvl1pPr>
              <a:defRPr sz="3150" b="1">
                <a:solidFill>
                  <a:srgbClr val="FFFFFF"/>
                </a:solidFill>
              </a:defRPr>
            </a:lvl1pPr>
            <a:lvl2pPr>
              <a:defRPr sz="3150" b="1">
                <a:solidFill>
                  <a:srgbClr val="FFFFFF"/>
                </a:solidFill>
              </a:defRPr>
            </a:lvl2pPr>
            <a:lvl3pPr>
              <a:defRPr sz="3150" b="1">
                <a:solidFill>
                  <a:srgbClr val="FFFFFF"/>
                </a:solidFill>
              </a:defRPr>
            </a:lvl3pPr>
            <a:lvl4pPr>
              <a:defRPr sz="3150" b="1">
                <a:solidFill>
                  <a:srgbClr val="FFFFFF"/>
                </a:solidFill>
              </a:defRPr>
            </a:lvl4pPr>
            <a:lvl5pPr>
              <a:defRPr sz="3150" b="1">
                <a:solidFill>
                  <a:srgbClr val="FFFFFF"/>
                </a:solidFill>
              </a:defRPr>
            </a:lvl5pPr>
            <a:lvl6pPr>
              <a:defRPr sz="3150" b="1">
                <a:solidFill>
                  <a:srgbClr val="FFFFFF"/>
                </a:solidFill>
              </a:defRPr>
            </a:lvl6pPr>
            <a:lvl7pPr>
              <a:defRPr sz="3150" b="1">
                <a:solidFill>
                  <a:srgbClr val="FFFFFF"/>
                </a:solidFill>
              </a:defRPr>
            </a:lvl7pPr>
            <a:lvl8pPr>
              <a:defRPr sz="3150" b="1">
                <a:solidFill>
                  <a:srgbClr val="FFFFFF"/>
                </a:solidFill>
              </a:defRPr>
            </a:lvl8pPr>
            <a:lvl9pPr>
              <a:defRPr sz="31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Parallax: test depth, then test quality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C87890-CB1E-44CC-A927-7B6611D9D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72D4C1"/>
                </a:solidFill>
              </a:defRPr>
            </a:defPPr>
            <a:lvl1pPr>
              <a:defRPr sz="1650" b="1">
                <a:solidFill>
                  <a:srgbClr val="72D4C1"/>
                </a:solidFill>
              </a:defRPr>
            </a:lvl1pPr>
            <a:lvl2pPr>
              <a:defRPr sz="1650" b="1">
                <a:solidFill>
                  <a:srgbClr val="72D4C1"/>
                </a:solidFill>
              </a:defRPr>
            </a:lvl2pPr>
            <a:lvl3pPr>
              <a:defRPr sz="1650" b="1">
                <a:solidFill>
                  <a:srgbClr val="72D4C1"/>
                </a:solidFill>
              </a:defRPr>
            </a:lvl3pPr>
            <a:lvl4pPr>
              <a:defRPr sz="1650" b="1">
                <a:solidFill>
                  <a:srgbClr val="72D4C1"/>
                </a:solidFill>
              </a:defRPr>
            </a:lvl4pPr>
            <a:lvl5pPr>
              <a:defRPr sz="1650" b="1">
                <a:solidFill>
                  <a:srgbClr val="72D4C1"/>
                </a:solidFill>
              </a:defRPr>
            </a:lvl5pPr>
            <a:lvl6pPr>
              <a:defRPr sz="1650" b="1">
                <a:solidFill>
                  <a:srgbClr val="72D4C1"/>
                </a:solidFill>
              </a:defRPr>
            </a:lvl6pPr>
            <a:lvl7pPr>
              <a:defRPr sz="1650" b="1">
                <a:solidFill>
                  <a:srgbClr val="72D4C1"/>
                </a:solidFill>
              </a:defRPr>
            </a:lvl7pPr>
            <a:lvl8pPr>
              <a:defRPr sz="1650" b="1">
                <a:solidFill>
                  <a:srgbClr val="72D4C1"/>
                </a:solidFill>
              </a:defRPr>
            </a:lvl8pPr>
            <a:lvl9pPr>
              <a:defRPr sz="1650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72D4C1"/>
                </a:solidFill>
              </a:defRPr>
            </a:pPr>
            <a:r>
              <a:rPr sz="1650" b="1">
                <a:solidFill>
                  <a:srgbClr val="72D4C1"/>
                </a:solidFill>
              </a:rPr>
              <a:t>ONE CONTROL AT A TIME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16C161-2833-405D-8103-637683929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FFFFFF"/>
                </a:solidFill>
              </a:defRPr>
            </a:defPPr>
            <a:lvl1pPr>
              <a:defRPr sz="2250" b="0">
                <a:solidFill>
                  <a:srgbClr val="FFFFFF"/>
                </a:solidFill>
              </a:defRPr>
            </a:lvl1pPr>
            <a:lvl2pPr>
              <a:defRPr sz="2250" b="0">
                <a:solidFill>
                  <a:srgbClr val="FFFFFF"/>
                </a:solidFill>
              </a:defRPr>
            </a:lvl2pPr>
            <a:lvl3pPr>
              <a:defRPr sz="2250" b="0">
                <a:solidFill>
                  <a:srgbClr val="FFFFFF"/>
                </a:solidFill>
              </a:defRPr>
            </a:lvl3pPr>
            <a:lvl4pPr>
              <a:defRPr sz="2250" b="0">
                <a:solidFill>
                  <a:srgbClr val="FFFFFF"/>
                </a:solidFill>
              </a:defRPr>
            </a:lvl4pPr>
            <a:lvl5pPr>
              <a:defRPr sz="2250" b="0">
                <a:solidFill>
                  <a:srgbClr val="FFFFFF"/>
                </a:solidFill>
              </a:defRPr>
            </a:lvl5pPr>
            <a:lvl6pPr>
              <a:defRPr sz="2250" b="0">
                <a:solidFill>
                  <a:srgbClr val="FFFFFF"/>
                </a:solidFill>
              </a:defRPr>
            </a:lvl6pPr>
            <a:lvl7pPr>
              <a:defRPr sz="2250" b="0">
                <a:solidFill>
                  <a:srgbClr val="FFFFFF"/>
                </a:solidFill>
              </a:defRPr>
            </a:lvl7pPr>
            <a:lvl8pPr>
              <a:defRPr sz="2250" b="0">
                <a:solidFill>
                  <a:srgbClr val="FFFFFF"/>
                </a:solidFill>
              </a:defRPr>
            </a:lvl8pPr>
            <a:lvl9pPr>
              <a:defRPr sz="225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FFFFFF"/>
                </a:solidFill>
              </a:defRPr>
            </a:pPr>
            <a:r>
              <a:rPr sz="2250" b="0">
                <a:solidFill>
                  <a:srgbClr val="FFFFFF"/>
                </a:solidFill>
              </a:rPr>
              <a:t>Near Height: 0.00 → 0.04; keep the camera close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8753E7-E7A2-4F08-B1B1-9452EF8E2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72D4C1"/>
                </a:solidFill>
              </a:defRPr>
            </a:defPPr>
            <a:lvl1pPr>
              <a:defRPr sz="1650" b="1">
                <a:solidFill>
                  <a:srgbClr val="72D4C1"/>
                </a:solidFill>
              </a:defRPr>
            </a:lvl1pPr>
            <a:lvl2pPr>
              <a:defRPr sz="1650" b="1">
                <a:solidFill>
                  <a:srgbClr val="72D4C1"/>
                </a:solidFill>
              </a:defRPr>
            </a:lvl2pPr>
            <a:lvl3pPr>
              <a:defRPr sz="1650" b="1">
                <a:solidFill>
                  <a:srgbClr val="72D4C1"/>
                </a:solidFill>
              </a:defRPr>
            </a:lvl3pPr>
            <a:lvl4pPr>
              <a:defRPr sz="1650" b="1">
                <a:solidFill>
                  <a:srgbClr val="72D4C1"/>
                </a:solidFill>
              </a:defRPr>
            </a:lvl4pPr>
            <a:lvl5pPr>
              <a:defRPr sz="1650" b="1">
                <a:solidFill>
                  <a:srgbClr val="72D4C1"/>
                </a:solidFill>
              </a:defRPr>
            </a:lvl5pPr>
            <a:lvl6pPr>
              <a:defRPr sz="1650" b="1">
                <a:solidFill>
                  <a:srgbClr val="72D4C1"/>
                </a:solidFill>
              </a:defRPr>
            </a:lvl6pPr>
            <a:lvl7pPr>
              <a:defRPr sz="1650" b="1">
                <a:solidFill>
                  <a:srgbClr val="72D4C1"/>
                </a:solidFill>
              </a:defRPr>
            </a:lvl7pPr>
            <a:lvl8pPr>
              <a:defRPr sz="1650" b="1">
                <a:solidFill>
                  <a:srgbClr val="72D4C1"/>
                </a:solidFill>
              </a:defRPr>
            </a:lvl8pPr>
            <a:lvl9pPr>
              <a:defRPr sz="1650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72D4C1"/>
                </a:solidFill>
              </a:defRPr>
            </a:pPr>
            <a:r>
              <a:rPr sz="1650" b="1">
                <a:solidFill>
                  <a:srgbClr val="72D4C1"/>
                </a:solidFill>
              </a:rPr>
              <a:t>QUALITY HAS A COST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EBCD8A-39F2-4029-A09E-0CF34EDBC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FFFFFF"/>
                </a:solidFill>
              </a:defRPr>
            </a:defPPr>
            <a:lvl1pPr>
              <a:defRPr sz="2250" b="0">
                <a:solidFill>
                  <a:srgbClr val="FFFFFF"/>
                </a:solidFill>
              </a:defRPr>
            </a:lvl1pPr>
            <a:lvl2pPr>
              <a:defRPr sz="2250" b="0">
                <a:solidFill>
                  <a:srgbClr val="FFFFFF"/>
                </a:solidFill>
              </a:defRPr>
            </a:lvl2pPr>
            <a:lvl3pPr>
              <a:defRPr sz="2250" b="0">
                <a:solidFill>
                  <a:srgbClr val="FFFFFF"/>
                </a:solidFill>
              </a:defRPr>
            </a:lvl3pPr>
            <a:lvl4pPr>
              <a:defRPr sz="2250" b="0">
                <a:solidFill>
                  <a:srgbClr val="FFFFFF"/>
                </a:solidFill>
              </a:defRPr>
            </a:lvl4pPr>
            <a:lvl5pPr>
              <a:defRPr sz="2250" b="0">
                <a:solidFill>
                  <a:srgbClr val="FFFFFF"/>
                </a:solidFill>
              </a:defRPr>
            </a:lvl5pPr>
            <a:lvl6pPr>
              <a:defRPr sz="2250" b="0">
                <a:solidFill>
                  <a:srgbClr val="FFFFFF"/>
                </a:solidFill>
              </a:defRPr>
            </a:lvl6pPr>
            <a:lvl7pPr>
              <a:defRPr sz="2250" b="0">
                <a:solidFill>
                  <a:srgbClr val="FFFFFF"/>
                </a:solidFill>
              </a:defRPr>
            </a:lvl7pPr>
            <a:lvl8pPr>
              <a:defRPr sz="2250" b="0">
                <a:solidFill>
                  <a:srgbClr val="FFFFFF"/>
                </a:solidFill>
              </a:defRPr>
            </a:lvl8pPr>
            <a:lvl9pPr>
              <a:defRPr sz="225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FFFFFF"/>
                </a:solidFill>
              </a:defRPr>
            </a:pPr>
            <a:r>
              <a:rPr sz="2250" b="0">
                <a:solidFill>
                  <a:srgbClr val="FFFFFF"/>
                </a:solidFill>
              </a:rPr>
              <a:t>More steps can reduce artifacts; inspect shallow angles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9D590D-586D-4A10-90B1-A173F9620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72D4C1"/>
                </a:solidFill>
              </a:defRPr>
            </a:defPPr>
            <a:lvl1pPr>
              <a:defRPr sz="1650" b="1">
                <a:solidFill>
                  <a:srgbClr val="72D4C1"/>
                </a:solidFill>
              </a:defRPr>
            </a:lvl1pPr>
            <a:lvl2pPr>
              <a:defRPr sz="1650" b="1">
                <a:solidFill>
                  <a:srgbClr val="72D4C1"/>
                </a:solidFill>
              </a:defRPr>
            </a:lvl2pPr>
            <a:lvl3pPr>
              <a:defRPr sz="1650" b="1">
                <a:solidFill>
                  <a:srgbClr val="72D4C1"/>
                </a:solidFill>
              </a:defRPr>
            </a:lvl3pPr>
            <a:lvl4pPr>
              <a:defRPr sz="1650" b="1">
                <a:solidFill>
                  <a:srgbClr val="72D4C1"/>
                </a:solidFill>
              </a:defRPr>
            </a:lvl4pPr>
            <a:lvl5pPr>
              <a:defRPr sz="1650" b="1">
                <a:solidFill>
                  <a:srgbClr val="72D4C1"/>
                </a:solidFill>
              </a:defRPr>
            </a:lvl5pPr>
            <a:lvl6pPr>
              <a:defRPr sz="1650" b="1">
                <a:solidFill>
                  <a:srgbClr val="72D4C1"/>
                </a:solidFill>
              </a:defRPr>
            </a:lvl6pPr>
            <a:lvl7pPr>
              <a:defRPr sz="1650" b="1">
                <a:solidFill>
                  <a:srgbClr val="72D4C1"/>
                </a:solidFill>
              </a:defRPr>
            </a:lvl7pPr>
            <a:lvl8pPr>
              <a:defRPr sz="1650" b="1">
                <a:solidFill>
                  <a:srgbClr val="72D4C1"/>
                </a:solidFill>
              </a:defRPr>
            </a:lvl8pPr>
            <a:lvl9pPr>
              <a:defRPr sz="1650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72D4C1"/>
                </a:solidFill>
              </a:defRPr>
            </a:pPr>
            <a:r>
              <a:rPr sz="1650" b="1">
                <a:solidFill>
                  <a:srgbClr val="72D4C1"/>
                </a:solidFill>
              </a:rPr>
              <a:t>CHECK IN THE SCENE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7AFD72-E22E-441E-BED1-ED268B05F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FFFFFF"/>
                </a:solidFill>
              </a:defRPr>
            </a:defPPr>
            <a:lvl1pPr>
              <a:defRPr sz="2250" b="0">
                <a:solidFill>
                  <a:srgbClr val="FFFFFF"/>
                </a:solidFill>
              </a:defRPr>
            </a:lvl1pPr>
            <a:lvl2pPr>
              <a:defRPr sz="2250" b="0">
                <a:solidFill>
                  <a:srgbClr val="FFFFFF"/>
                </a:solidFill>
              </a:defRPr>
            </a:lvl2pPr>
            <a:lvl3pPr>
              <a:defRPr sz="2250" b="0">
                <a:solidFill>
                  <a:srgbClr val="FFFFFF"/>
                </a:solidFill>
              </a:defRPr>
            </a:lvl3pPr>
            <a:lvl4pPr>
              <a:defRPr sz="2250" b="0">
                <a:solidFill>
                  <a:srgbClr val="FFFFFF"/>
                </a:solidFill>
              </a:defRPr>
            </a:lvl4pPr>
            <a:lvl5pPr>
              <a:defRPr sz="2250" b="0">
                <a:solidFill>
                  <a:srgbClr val="FFFFFF"/>
                </a:solidFill>
              </a:defRPr>
            </a:lvl5pPr>
            <a:lvl6pPr>
              <a:defRPr sz="2250" b="0">
                <a:solidFill>
                  <a:srgbClr val="FFFFFF"/>
                </a:solidFill>
              </a:defRPr>
            </a:lvl6pPr>
            <a:lvl7pPr>
              <a:defRPr sz="2250" b="0">
                <a:solidFill>
                  <a:srgbClr val="FFFFFF"/>
                </a:solidFill>
              </a:defRPr>
            </a:lvl7pPr>
            <a:lvl8pPr>
              <a:defRPr sz="2250" b="0">
                <a:solidFill>
                  <a:srgbClr val="FFFFFF"/>
                </a:solidFill>
              </a:defRPr>
            </a:lvl8pPr>
            <a:lvl9pPr>
              <a:defRPr sz="225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FFFFFF"/>
                </a:solidFill>
              </a:defRPr>
            </a:pPr>
            <a:r>
              <a:rPr sz="2250" b="0">
                <a:solidFill>
                  <a:srgbClr val="FFFFFF"/>
                </a:solidFill>
              </a:rPr>
              <a:t>Test distance, intersections, lighting and the silhouette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14711A-D337-4B83-8276-1E3FBC6DD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72D4C1"/>
                </a:solidFill>
              </a:defRPr>
            </a:defPPr>
            <a:lvl1pPr>
              <a:defRPr sz="1725" b="1">
                <a:solidFill>
                  <a:srgbClr val="72D4C1"/>
                </a:solidFill>
              </a:defRPr>
            </a:lvl1pPr>
            <a:lvl2pPr>
              <a:defRPr sz="1725" b="1">
                <a:solidFill>
                  <a:srgbClr val="72D4C1"/>
                </a:solidFill>
              </a:defRPr>
            </a:lvl2pPr>
            <a:lvl3pPr>
              <a:defRPr sz="1725" b="1">
                <a:solidFill>
                  <a:srgbClr val="72D4C1"/>
                </a:solidFill>
              </a:defRPr>
            </a:lvl3pPr>
            <a:lvl4pPr>
              <a:defRPr sz="1725" b="1">
                <a:solidFill>
                  <a:srgbClr val="72D4C1"/>
                </a:solidFill>
              </a:defRPr>
            </a:lvl4pPr>
            <a:lvl5pPr>
              <a:defRPr sz="1725" b="1">
                <a:solidFill>
                  <a:srgbClr val="72D4C1"/>
                </a:solidFill>
              </a:defRPr>
            </a:lvl5pPr>
            <a:lvl6pPr>
              <a:defRPr sz="1725" b="1">
                <a:solidFill>
                  <a:srgbClr val="72D4C1"/>
                </a:solidFill>
              </a:defRPr>
            </a:lvl6pPr>
            <a:lvl7pPr>
              <a:defRPr sz="1725" b="1">
                <a:solidFill>
                  <a:srgbClr val="72D4C1"/>
                </a:solidFill>
              </a:defRPr>
            </a:lvl7pPr>
            <a:lvl8pPr>
              <a:defRPr sz="1725" b="1">
                <a:solidFill>
                  <a:srgbClr val="72D4C1"/>
                </a:solidFill>
              </a:defRPr>
            </a:lvl8pPr>
            <a:lvl9pPr>
              <a:defRPr sz="1725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72D4C1"/>
                </a:solidFill>
              </a:defRPr>
            </a:pPr>
            <a:r>
              <a:rPr sz="1725" b="1">
                <a:solidFill>
                  <a:srgbClr val="72D4C1"/>
                </a:solidFill>
              </a:rPr>
              <a:t>Record the visible benefit, one failure case, and your reset values.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BCC555-74E2-44BF-A344-50A3318BA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C4D3E3"/>
                </a:solidFill>
              </a:defRPr>
            </a:defPPr>
            <a:lvl1pPr>
              <a:defRPr sz="1200" b="0">
                <a:solidFill>
                  <a:srgbClr val="C4D3E3"/>
                </a:solidFill>
              </a:defRPr>
            </a:lvl1pPr>
            <a:lvl2pPr>
              <a:defRPr sz="1200" b="0">
                <a:solidFill>
                  <a:srgbClr val="C4D3E3"/>
                </a:solidFill>
              </a:defRPr>
            </a:lvl2pPr>
            <a:lvl3pPr>
              <a:defRPr sz="1200" b="0">
                <a:solidFill>
                  <a:srgbClr val="C4D3E3"/>
                </a:solidFill>
              </a:defRPr>
            </a:lvl3pPr>
            <a:lvl4pPr>
              <a:defRPr sz="1200" b="0">
                <a:solidFill>
                  <a:srgbClr val="C4D3E3"/>
                </a:solidFill>
              </a:defRPr>
            </a:lvl4pPr>
            <a:lvl5pPr>
              <a:defRPr sz="1200" b="0">
                <a:solidFill>
                  <a:srgbClr val="C4D3E3"/>
                </a:solidFill>
              </a:defRPr>
            </a:lvl5pPr>
            <a:lvl6pPr>
              <a:defRPr sz="1200" b="0">
                <a:solidFill>
                  <a:srgbClr val="C4D3E3"/>
                </a:solidFill>
              </a:defRPr>
            </a:lvl6pPr>
            <a:lvl7pPr>
              <a:defRPr sz="1200" b="0">
                <a:solidFill>
                  <a:srgbClr val="C4D3E3"/>
                </a:solidFill>
              </a:defRPr>
            </a:lvl7pPr>
            <a:lvl8pPr>
              <a:defRPr sz="1200" b="0">
                <a:solidFill>
                  <a:srgbClr val="C4D3E3"/>
                </a:solidFill>
              </a:defRPr>
            </a:lvl8pPr>
            <a:lvl9pPr>
              <a:defRPr sz="1200" b="0">
                <a:solidFill>
                  <a:srgbClr val="C4D3E3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C4D3E3"/>
                </a:solidFill>
              </a:defRPr>
            </a:pPr>
            <a:r>
              <a:rPr sz="1200" b="0">
                <a:solidFill>
                  <a:srgbClr val="C4D3E3"/>
                </a:solidFill>
              </a:rPr>
              <a:t>15B</a:t>
            </a:r>
          </a:p>
        </p:txBody>
      </p:sp>
    </p:spTree>
    <p:extLst>
      <p:ext uri="{BB962C8B-B14F-4D97-AF65-F5344CB8AC3E}">
        <p14:creationId xmlns:p14="http://schemas.microsoft.com/office/powerpoint/2010/main" val="1267706365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0A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790C70-2CC2-4AC6-BCD6-B81A84D660B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8b62c2e30c4442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D235A4-D618-408A-88CA-C00D27E0D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B6A0FF"/>
                </a:solidFill>
              </a:defRPr>
            </a:defPPr>
            <a:lvl1pPr>
              <a:defRPr sz="1350" b="1">
                <a:solidFill>
                  <a:srgbClr val="B6A0FF"/>
                </a:solidFill>
              </a:defRPr>
            </a:lvl1pPr>
            <a:lvl2pPr>
              <a:defRPr sz="1350" b="1">
                <a:solidFill>
                  <a:srgbClr val="B6A0FF"/>
                </a:solidFill>
              </a:defRPr>
            </a:lvl2pPr>
            <a:lvl3pPr>
              <a:defRPr sz="1350" b="1">
                <a:solidFill>
                  <a:srgbClr val="B6A0FF"/>
                </a:solidFill>
              </a:defRPr>
            </a:lvl3pPr>
            <a:lvl4pPr>
              <a:defRPr sz="1350" b="1">
                <a:solidFill>
                  <a:srgbClr val="B6A0FF"/>
                </a:solidFill>
              </a:defRPr>
            </a:lvl4pPr>
            <a:lvl5pPr>
              <a:defRPr sz="1350" b="1">
                <a:solidFill>
                  <a:srgbClr val="B6A0FF"/>
                </a:solidFill>
              </a:defRPr>
            </a:lvl5pPr>
            <a:lvl6pPr>
              <a:defRPr sz="1350" b="1">
                <a:solidFill>
                  <a:srgbClr val="B6A0FF"/>
                </a:solidFill>
              </a:defRPr>
            </a:lvl6pPr>
            <a:lvl7pPr>
              <a:defRPr sz="1350" b="1">
                <a:solidFill>
                  <a:srgbClr val="B6A0FF"/>
                </a:solidFill>
              </a:defRPr>
            </a:lvl7pPr>
            <a:lvl8pPr>
              <a:defRPr sz="1350" b="1">
                <a:solidFill>
                  <a:srgbClr val="B6A0FF"/>
                </a:solidFill>
              </a:defRPr>
            </a:lvl8pPr>
            <a:lvl9pPr>
              <a:defRPr sz="1350" b="1">
                <a:solidFill>
                  <a:srgbClr val="B6A0FF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6A0FF"/>
                </a:solidFill>
              </a:defRPr>
            </a:pPr>
            <a:r>
              <a:rPr sz="1350" b="1">
                <a:solidFill>
                  <a:srgbClr val="B6A0FF"/>
                </a:solidFill>
              </a:rPr>
              <a:t>OPTIONAL LAB COMPANION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61DA18-C378-4B8D-8E62-229E132B8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FFFFF"/>
                </a:solidFill>
              </a:defRPr>
            </a:defPPr>
            <a:lvl1pPr>
              <a:defRPr sz="3150" b="1">
                <a:solidFill>
                  <a:srgbClr val="FFFFFF"/>
                </a:solidFill>
              </a:defRPr>
            </a:lvl1pPr>
            <a:lvl2pPr>
              <a:defRPr sz="3150" b="1">
                <a:solidFill>
                  <a:srgbClr val="FFFFFF"/>
                </a:solidFill>
              </a:defRPr>
            </a:lvl2pPr>
            <a:lvl3pPr>
              <a:defRPr sz="3150" b="1">
                <a:solidFill>
                  <a:srgbClr val="FFFFFF"/>
                </a:solidFill>
              </a:defRPr>
            </a:lvl3pPr>
            <a:lvl4pPr>
              <a:defRPr sz="3150" b="1">
                <a:solidFill>
                  <a:srgbClr val="FFFFFF"/>
                </a:solidFill>
              </a:defRPr>
            </a:lvl4pPr>
            <a:lvl5pPr>
              <a:defRPr sz="3150" b="1">
                <a:solidFill>
                  <a:srgbClr val="FFFFFF"/>
                </a:solidFill>
              </a:defRPr>
            </a:lvl5pPr>
            <a:lvl6pPr>
              <a:defRPr sz="3150" b="1">
                <a:solidFill>
                  <a:srgbClr val="FFFFFF"/>
                </a:solidFill>
              </a:defRPr>
            </a:lvl6pPr>
            <a:lvl7pPr>
              <a:defRPr sz="3150" b="1">
                <a:solidFill>
                  <a:srgbClr val="FFFFFF"/>
                </a:solidFill>
              </a:defRPr>
            </a:lvl7pPr>
            <a:lvl8pPr>
              <a:defRPr sz="3150" b="1">
                <a:solidFill>
                  <a:srgbClr val="FFFFFF"/>
                </a:solidFill>
              </a:defRPr>
            </a:lvl8pPr>
            <a:lvl9pPr>
              <a:defRPr sz="31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Lab review: finish your shader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76341B-8DDF-470D-A1FD-233227245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72D4C1"/>
                </a:solidFill>
              </a:defRPr>
            </a:defPPr>
            <a:lvl1pPr>
              <a:defRPr sz="1650" b="1">
                <a:solidFill>
                  <a:srgbClr val="72D4C1"/>
                </a:solidFill>
              </a:defRPr>
            </a:lvl1pPr>
            <a:lvl2pPr>
              <a:defRPr sz="1650" b="1">
                <a:solidFill>
                  <a:srgbClr val="72D4C1"/>
                </a:solidFill>
              </a:defRPr>
            </a:lvl2pPr>
            <a:lvl3pPr>
              <a:defRPr sz="1650" b="1">
                <a:solidFill>
                  <a:srgbClr val="72D4C1"/>
                </a:solidFill>
              </a:defRPr>
            </a:lvl3pPr>
            <a:lvl4pPr>
              <a:defRPr sz="1650" b="1">
                <a:solidFill>
                  <a:srgbClr val="72D4C1"/>
                </a:solidFill>
              </a:defRPr>
            </a:lvl4pPr>
            <a:lvl5pPr>
              <a:defRPr sz="1650" b="1">
                <a:solidFill>
                  <a:srgbClr val="72D4C1"/>
                </a:solidFill>
              </a:defRPr>
            </a:lvl5pPr>
            <a:lvl6pPr>
              <a:defRPr sz="1650" b="1">
                <a:solidFill>
                  <a:srgbClr val="72D4C1"/>
                </a:solidFill>
              </a:defRPr>
            </a:lvl6pPr>
            <a:lvl7pPr>
              <a:defRPr sz="1650" b="1">
                <a:solidFill>
                  <a:srgbClr val="72D4C1"/>
                </a:solidFill>
              </a:defRPr>
            </a:lvl7pPr>
            <a:lvl8pPr>
              <a:defRPr sz="1650" b="1">
                <a:solidFill>
                  <a:srgbClr val="72D4C1"/>
                </a:solidFill>
              </a:defRPr>
            </a:lvl8pPr>
            <a:lvl9pPr>
              <a:defRPr sz="1650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72D4C1"/>
                </a:solidFill>
              </a:defRPr>
            </a:pPr>
            <a:r>
              <a:rPr sz="1650" b="1">
                <a:solidFill>
                  <a:srgbClr val="72D4C1"/>
                </a:solidFill>
              </a:rPr>
              <a:t>6:25–6:30 · PREPARE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B712B7-D9C6-410D-93E0-F56DD3805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05075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FFFFFF"/>
                </a:solidFill>
              </a:defRPr>
            </a:defPPr>
            <a:lvl1pPr>
              <a:defRPr sz="2175" b="0">
                <a:solidFill>
                  <a:srgbClr val="FFFFFF"/>
                </a:solidFill>
              </a:defRPr>
            </a:lvl1pPr>
            <a:lvl2pPr>
              <a:defRPr sz="2175" b="0">
                <a:solidFill>
                  <a:srgbClr val="FFFFFF"/>
                </a:solidFill>
              </a:defRPr>
            </a:lvl2pPr>
            <a:lvl3pPr>
              <a:defRPr sz="2175" b="0">
                <a:solidFill>
                  <a:srgbClr val="FFFFFF"/>
                </a:solidFill>
              </a:defRPr>
            </a:lvl3pPr>
            <a:lvl4pPr>
              <a:defRPr sz="2175" b="0">
                <a:solidFill>
                  <a:srgbClr val="FFFFFF"/>
                </a:solidFill>
              </a:defRPr>
            </a:lvl4pPr>
            <a:lvl5pPr>
              <a:defRPr sz="2175" b="0">
                <a:solidFill>
                  <a:srgbClr val="FFFFFF"/>
                </a:solidFill>
              </a:defRPr>
            </a:lvl5pPr>
            <a:lvl6pPr>
              <a:defRPr sz="2175" b="0">
                <a:solidFill>
                  <a:srgbClr val="FFFFFF"/>
                </a:solidFill>
              </a:defRPr>
            </a:lvl6pPr>
            <a:lvl7pPr>
              <a:defRPr sz="2175" b="0">
                <a:solidFill>
                  <a:srgbClr val="FFFFFF"/>
                </a:solidFill>
              </a:defRPr>
            </a:lvl7pPr>
            <a:lvl8pPr>
              <a:defRPr sz="2175" b="0">
                <a:solidFill>
                  <a:srgbClr val="FFFFFF"/>
                </a:solidFill>
              </a:defRPr>
            </a:lvl8pPr>
            <a:lvl9pPr>
              <a:defRPr sz="217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FFFFFF"/>
                </a:solidFill>
              </a:defRPr>
            </a:pPr>
            <a:r>
              <a:rPr sz="2175" b="0">
                <a:solidFill>
                  <a:srgbClr val="FFFFFF"/>
                </a:solidFill>
              </a:rPr>
              <a:t>Open your shader. Choose one finish or fix.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944D98-9ED5-480A-AE5B-38D3C0E1C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72D4C1"/>
                </a:solidFill>
              </a:defRPr>
            </a:defPPr>
            <a:lvl1pPr>
              <a:defRPr sz="1650" b="1">
                <a:solidFill>
                  <a:srgbClr val="72D4C1"/>
                </a:solidFill>
              </a:defRPr>
            </a:lvl1pPr>
            <a:lvl2pPr>
              <a:defRPr sz="1650" b="1">
                <a:solidFill>
                  <a:srgbClr val="72D4C1"/>
                </a:solidFill>
              </a:defRPr>
            </a:lvl2pPr>
            <a:lvl3pPr>
              <a:defRPr sz="1650" b="1">
                <a:solidFill>
                  <a:srgbClr val="72D4C1"/>
                </a:solidFill>
              </a:defRPr>
            </a:lvl3pPr>
            <a:lvl4pPr>
              <a:defRPr sz="1650" b="1">
                <a:solidFill>
                  <a:srgbClr val="72D4C1"/>
                </a:solidFill>
              </a:defRPr>
            </a:lvl4pPr>
            <a:lvl5pPr>
              <a:defRPr sz="1650" b="1">
                <a:solidFill>
                  <a:srgbClr val="72D4C1"/>
                </a:solidFill>
              </a:defRPr>
            </a:lvl5pPr>
            <a:lvl6pPr>
              <a:defRPr sz="1650" b="1">
                <a:solidFill>
                  <a:srgbClr val="72D4C1"/>
                </a:solidFill>
              </a:defRPr>
            </a:lvl6pPr>
            <a:lvl7pPr>
              <a:defRPr sz="1650" b="1">
                <a:solidFill>
                  <a:srgbClr val="72D4C1"/>
                </a:solidFill>
              </a:defRPr>
            </a:lvl7pPr>
            <a:lvl8pPr>
              <a:defRPr sz="1650" b="1">
                <a:solidFill>
                  <a:srgbClr val="72D4C1"/>
                </a:solidFill>
              </a:defRPr>
            </a:lvl8pPr>
            <a:lvl9pPr>
              <a:defRPr sz="1650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72D4C1"/>
                </a:solidFill>
              </a:defRPr>
            </a:pPr>
            <a:r>
              <a:rPr sz="1650" b="1">
                <a:solidFill>
                  <a:srgbClr val="72D4C1"/>
                </a:solidFill>
              </a:rPr>
              <a:t>6:30–6:45 · TEST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73D43D-B0B4-4978-A244-3AF35254D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3325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FFFFFF"/>
                </a:solidFill>
              </a:defRPr>
            </a:defPPr>
            <a:lvl1pPr>
              <a:defRPr sz="2175" b="0">
                <a:solidFill>
                  <a:srgbClr val="FFFFFF"/>
                </a:solidFill>
              </a:defRPr>
            </a:lvl1pPr>
            <a:lvl2pPr>
              <a:defRPr sz="2175" b="0">
                <a:solidFill>
                  <a:srgbClr val="FFFFFF"/>
                </a:solidFill>
              </a:defRPr>
            </a:lvl2pPr>
            <a:lvl3pPr>
              <a:defRPr sz="2175" b="0">
                <a:solidFill>
                  <a:srgbClr val="FFFFFF"/>
                </a:solidFill>
              </a:defRPr>
            </a:lvl3pPr>
            <a:lvl4pPr>
              <a:defRPr sz="2175" b="0">
                <a:solidFill>
                  <a:srgbClr val="FFFFFF"/>
                </a:solidFill>
              </a:defRPr>
            </a:lvl4pPr>
            <a:lvl5pPr>
              <a:defRPr sz="2175" b="0">
                <a:solidFill>
                  <a:srgbClr val="FFFFFF"/>
                </a:solidFill>
              </a:defRPr>
            </a:lvl5pPr>
            <a:lvl6pPr>
              <a:defRPr sz="2175" b="0">
                <a:solidFill>
                  <a:srgbClr val="FFFFFF"/>
                </a:solidFill>
              </a:defRPr>
            </a:lvl6pPr>
            <a:lvl7pPr>
              <a:defRPr sz="2175" b="0">
                <a:solidFill>
                  <a:srgbClr val="FFFFFF"/>
                </a:solidFill>
              </a:defRPr>
            </a:lvl7pPr>
            <a:lvl8pPr>
              <a:defRPr sz="2175" b="0">
                <a:solidFill>
                  <a:srgbClr val="FFFFFF"/>
                </a:solidFill>
              </a:defRPr>
            </a:lvl8pPr>
            <a:lvl9pPr>
              <a:defRPr sz="217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FFFFFF"/>
                </a:solidFill>
              </a:defRPr>
            </a:pPr>
            <a:r>
              <a:rPr sz="2175" b="0">
                <a:solidFill>
                  <a:srgbClr val="FFFFFF"/>
                </a:solidFill>
              </a:rPr>
              <a:t>Build, test and capture your improvement.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591AB3-7C8D-4B98-B720-0E1807F2A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72D4C1"/>
                </a:solidFill>
              </a:defRPr>
            </a:defPPr>
            <a:lvl1pPr>
              <a:defRPr sz="1650" b="1">
                <a:solidFill>
                  <a:srgbClr val="72D4C1"/>
                </a:solidFill>
              </a:defRPr>
            </a:lvl1pPr>
            <a:lvl2pPr>
              <a:defRPr sz="1650" b="1">
                <a:solidFill>
                  <a:srgbClr val="72D4C1"/>
                </a:solidFill>
              </a:defRPr>
            </a:lvl2pPr>
            <a:lvl3pPr>
              <a:defRPr sz="1650" b="1">
                <a:solidFill>
                  <a:srgbClr val="72D4C1"/>
                </a:solidFill>
              </a:defRPr>
            </a:lvl3pPr>
            <a:lvl4pPr>
              <a:defRPr sz="1650" b="1">
                <a:solidFill>
                  <a:srgbClr val="72D4C1"/>
                </a:solidFill>
              </a:defRPr>
            </a:lvl4pPr>
            <a:lvl5pPr>
              <a:defRPr sz="1650" b="1">
                <a:solidFill>
                  <a:srgbClr val="72D4C1"/>
                </a:solidFill>
              </a:defRPr>
            </a:lvl5pPr>
            <a:lvl6pPr>
              <a:defRPr sz="1650" b="1">
                <a:solidFill>
                  <a:srgbClr val="72D4C1"/>
                </a:solidFill>
              </a:defRPr>
            </a:lvl6pPr>
            <a:lvl7pPr>
              <a:defRPr sz="1650" b="1">
                <a:solidFill>
                  <a:srgbClr val="72D4C1"/>
                </a:solidFill>
              </a:defRPr>
            </a:lvl7pPr>
            <a:lvl8pPr>
              <a:defRPr sz="1650" b="1">
                <a:solidFill>
                  <a:srgbClr val="72D4C1"/>
                </a:solidFill>
              </a:defRPr>
            </a:lvl8pPr>
            <a:lvl9pPr>
              <a:defRPr sz="1650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72D4C1"/>
                </a:solidFill>
              </a:defRPr>
            </a:pPr>
            <a:r>
              <a:rPr sz="1650" b="1">
                <a:solidFill>
                  <a:srgbClr val="72D4C1"/>
                </a:solidFill>
              </a:rPr>
              <a:t>6:45–6:50 · EXPLAIN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BF3D65-933C-405B-9A4C-EBA1809C5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81575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FFFFFF"/>
                </a:solidFill>
              </a:defRPr>
            </a:defPPr>
            <a:lvl1pPr>
              <a:defRPr sz="2175" b="0">
                <a:solidFill>
                  <a:srgbClr val="FFFFFF"/>
                </a:solidFill>
              </a:defRPr>
            </a:lvl1pPr>
            <a:lvl2pPr>
              <a:defRPr sz="2175" b="0">
                <a:solidFill>
                  <a:srgbClr val="FFFFFF"/>
                </a:solidFill>
              </a:defRPr>
            </a:lvl2pPr>
            <a:lvl3pPr>
              <a:defRPr sz="2175" b="0">
                <a:solidFill>
                  <a:srgbClr val="FFFFFF"/>
                </a:solidFill>
              </a:defRPr>
            </a:lvl3pPr>
            <a:lvl4pPr>
              <a:defRPr sz="2175" b="0">
                <a:solidFill>
                  <a:srgbClr val="FFFFFF"/>
                </a:solidFill>
              </a:defRPr>
            </a:lvl4pPr>
            <a:lvl5pPr>
              <a:defRPr sz="2175" b="0">
                <a:solidFill>
                  <a:srgbClr val="FFFFFF"/>
                </a:solidFill>
              </a:defRPr>
            </a:lvl5pPr>
            <a:lvl6pPr>
              <a:defRPr sz="2175" b="0">
                <a:solidFill>
                  <a:srgbClr val="FFFFFF"/>
                </a:solidFill>
              </a:defRPr>
            </a:lvl6pPr>
            <a:lvl7pPr>
              <a:defRPr sz="2175" b="0">
                <a:solidFill>
                  <a:srgbClr val="FFFFFF"/>
                </a:solidFill>
              </a:defRPr>
            </a:lvl7pPr>
            <a:lvl8pPr>
              <a:defRPr sz="2175" b="0">
                <a:solidFill>
                  <a:srgbClr val="FFFFFF"/>
                </a:solidFill>
              </a:defRPr>
            </a:lvl8pPr>
            <a:lvl9pPr>
              <a:defRPr sz="217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FFFFFF"/>
                </a:solidFill>
              </a:defRPr>
            </a:pPr>
            <a:r>
              <a:rPr sz="2175" b="0">
                <a:solidFill>
                  <a:srgbClr val="FFFFFF"/>
                </a:solidFill>
              </a:rPr>
              <a:t>Explain your result; save your work and evidence.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3E756D-8243-4BCC-8E03-EC01CB5BF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72D4C1"/>
                </a:solidFill>
              </a:defRPr>
            </a:defPPr>
            <a:lvl1pPr>
              <a:defRPr sz="1725" b="1">
                <a:solidFill>
                  <a:srgbClr val="72D4C1"/>
                </a:solidFill>
              </a:defRPr>
            </a:lvl1pPr>
            <a:lvl2pPr>
              <a:defRPr sz="1725" b="1">
                <a:solidFill>
                  <a:srgbClr val="72D4C1"/>
                </a:solidFill>
              </a:defRPr>
            </a:lvl2pPr>
            <a:lvl3pPr>
              <a:defRPr sz="1725" b="1">
                <a:solidFill>
                  <a:srgbClr val="72D4C1"/>
                </a:solidFill>
              </a:defRPr>
            </a:lvl3pPr>
            <a:lvl4pPr>
              <a:defRPr sz="1725" b="1">
                <a:solidFill>
                  <a:srgbClr val="72D4C1"/>
                </a:solidFill>
              </a:defRPr>
            </a:lvl4pPr>
            <a:lvl5pPr>
              <a:defRPr sz="1725" b="1">
                <a:solidFill>
                  <a:srgbClr val="72D4C1"/>
                </a:solidFill>
              </a:defRPr>
            </a:lvl5pPr>
            <a:lvl6pPr>
              <a:defRPr sz="1725" b="1">
                <a:solidFill>
                  <a:srgbClr val="72D4C1"/>
                </a:solidFill>
              </a:defRPr>
            </a:lvl6pPr>
            <a:lvl7pPr>
              <a:defRPr sz="1725" b="1">
                <a:solidFill>
                  <a:srgbClr val="72D4C1"/>
                </a:solidFill>
              </a:defRPr>
            </a:lvl7pPr>
            <a:lvl8pPr>
              <a:defRPr sz="1725" b="1">
                <a:solidFill>
                  <a:srgbClr val="72D4C1"/>
                </a:solidFill>
              </a:defRPr>
            </a:lvl8pPr>
            <a:lvl9pPr>
              <a:defRPr sz="1725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72D4C1"/>
                </a:solidFill>
              </a:defRPr>
            </a:pPr>
            <a:r>
              <a:rPr sz="1725" b="1">
                <a:solidFill>
                  <a:srgbClr val="72D4C1"/>
                </a:solidFill>
              </a:rPr>
              <a:t>What is the smallest improvement that makes your shader ready?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9F1D76-5AA4-487E-A47E-E7937797C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C4D3E3"/>
                </a:solidFill>
              </a:defRPr>
            </a:defPPr>
            <a:lvl1pPr>
              <a:defRPr sz="1200" b="0">
                <a:solidFill>
                  <a:srgbClr val="C4D3E3"/>
                </a:solidFill>
              </a:defRPr>
            </a:lvl1pPr>
            <a:lvl2pPr>
              <a:defRPr sz="1200" b="0">
                <a:solidFill>
                  <a:srgbClr val="C4D3E3"/>
                </a:solidFill>
              </a:defRPr>
            </a:lvl2pPr>
            <a:lvl3pPr>
              <a:defRPr sz="1200" b="0">
                <a:solidFill>
                  <a:srgbClr val="C4D3E3"/>
                </a:solidFill>
              </a:defRPr>
            </a:lvl3pPr>
            <a:lvl4pPr>
              <a:defRPr sz="1200" b="0">
                <a:solidFill>
                  <a:srgbClr val="C4D3E3"/>
                </a:solidFill>
              </a:defRPr>
            </a:lvl4pPr>
            <a:lvl5pPr>
              <a:defRPr sz="1200" b="0">
                <a:solidFill>
                  <a:srgbClr val="C4D3E3"/>
                </a:solidFill>
              </a:defRPr>
            </a:lvl5pPr>
            <a:lvl6pPr>
              <a:defRPr sz="1200" b="0">
                <a:solidFill>
                  <a:srgbClr val="C4D3E3"/>
                </a:solidFill>
              </a:defRPr>
            </a:lvl6pPr>
            <a:lvl7pPr>
              <a:defRPr sz="1200" b="0">
                <a:solidFill>
                  <a:srgbClr val="C4D3E3"/>
                </a:solidFill>
              </a:defRPr>
            </a:lvl7pPr>
            <a:lvl8pPr>
              <a:defRPr sz="1200" b="0">
                <a:solidFill>
                  <a:srgbClr val="C4D3E3"/>
                </a:solidFill>
              </a:defRPr>
            </a:lvl8pPr>
            <a:lvl9pPr>
              <a:defRPr sz="1200" b="0">
                <a:solidFill>
                  <a:srgbClr val="C4D3E3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C4D3E3"/>
                </a:solidFill>
              </a:defRPr>
            </a:pPr>
            <a:r>
              <a:rPr sz="1200" b="0">
                <a:solidFill>
                  <a:srgbClr val="C4D3E3"/>
                </a:solidFill>
              </a:rPr>
              <a:t>L0</a:t>
            </a:r>
          </a:p>
        </p:txBody>
      </p:sp>
    </p:spTree>
    <p:extLst>
      <p:ext uri="{BB962C8B-B14F-4D97-AF65-F5344CB8AC3E}">
        <p14:creationId xmlns:p14="http://schemas.microsoft.com/office/powerpoint/2010/main" val="1380518928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0A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F3981F-3441-4F5A-B65D-0989D43C4D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65cf2e917b4d3b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E37564-F6D3-4F7A-8D5E-263A43B6A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B6A0FF"/>
                </a:solidFill>
              </a:defRPr>
            </a:defPPr>
            <a:lvl1pPr>
              <a:defRPr sz="1350" b="1">
                <a:solidFill>
                  <a:srgbClr val="B6A0FF"/>
                </a:solidFill>
              </a:defRPr>
            </a:lvl1pPr>
            <a:lvl2pPr>
              <a:defRPr sz="1350" b="1">
                <a:solidFill>
                  <a:srgbClr val="B6A0FF"/>
                </a:solidFill>
              </a:defRPr>
            </a:lvl2pPr>
            <a:lvl3pPr>
              <a:defRPr sz="1350" b="1">
                <a:solidFill>
                  <a:srgbClr val="B6A0FF"/>
                </a:solidFill>
              </a:defRPr>
            </a:lvl3pPr>
            <a:lvl4pPr>
              <a:defRPr sz="1350" b="1">
                <a:solidFill>
                  <a:srgbClr val="B6A0FF"/>
                </a:solidFill>
              </a:defRPr>
            </a:lvl4pPr>
            <a:lvl5pPr>
              <a:defRPr sz="1350" b="1">
                <a:solidFill>
                  <a:srgbClr val="B6A0FF"/>
                </a:solidFill>
              </a:defRPr>
            </a:lvl5pPr>
            <a:lvl6pPr>
              <a:defRPr sz="1350" b="1">
                <a:solidFill>
                  <a:srgbClr val="B6A0FF"/>
                </a:solidFill>
              </a:defRPr>
            </a:lvl6pPr>
            <a:lvl7pPr>
              <a:defRPr sz="1350" b="1">
                <a:solidFill>
                  <a:srgbClr val="B6A0FF"/>
                </a:solidFill>
              </a:defRPr>
            </a:lvl7pPr>
            <a:lvl8pPr>
              <a:defRPr sz="1350" b="1">
                <a:solidFill>
                  <a:srgbClr val="B6A0FF"/>
                </a:solidFill>
              </a:defRPr>
            </a:lvl8pPr>
            <a:lvl9pPr>
              <a:defRPr sz="1350" b="1">
                <a:solidFill>
                  <a:srgbClr val="B6A0FF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6A0FF"/>
                </a:solidFill>
              </a:defRPr>
            </a:pPr>
            <a:r>
              <a:rPr sz="1350" b="1">
                <a:solidFill>
                  <a:srgbClr val="B6A0FF"/>
                </a:solidFill>
              </a:rPr>
              <a:t>OPTIONAL LAB COMPANION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13B1AE-FFCB-4AB7-AD92-DD9FB7304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FFFFF"/>
                </a:solidFill>
              </a:defRPr>
            </a:defPPr>
            <a:lvl1pPr>
              <a:defRPr sz="3150" b="1">
                <a:solidFill>
                  <a:srgbClr val="FFFFFF"/>
                </a:solidFill>
              </a:defRPr>
            </a:lvl1pPr>
            <a:lvl2pPr>
              <a:defRPr sz="3150" b="1">
                <a:solidFill>
                  <a:srgbClr val="FFFFFF"/>
                </a:solidFill>
              </a:defRPr>
            </a:lvl2pPr>
            <a:lvl3pPr>
              <a:defRPr sz="3150" b="1">
                <a:solidFill>
                  <a:srgbClr val="FFFFFF"/>
                </a:solidFill>
              </a:defRPr>
            </a:lvl3pPr>
            <a:lvl4pPr>
              <a:defRPr sz="3150" b="1">
                <a:solidFill>
                  <a:srgbClr val="FFFFFF"/>
                </a:solidFill>
              </a:defRPr>
            </a:lvl4pPr>
            <a:lvl5pPr>
              <a:defRPr sz="3150" b="1">
                <a:solidFill>
                  <a:srgbClr val="FFFFFF"/>
                </a:solidFill>
              </a:defRPr>
            </a:lvl5pPr>
            <a:lvl6pPr>
              <a:defRPr sz="3150" b="1">
                <a:solidFill>
                  <a:srgbClr val="FFFFFF"/>
                </a:solidFill>
              </a:defRPr>
            </a:lvl6pPr>
            <a:lvl7pPr>
              <a:defRPr sz="3150" b="1">
                <a:solidFill>
                  <a:srgbClr val="FFFFFF"/>
                </a:solidFill>
              </a:defRPr>
            </a:lvl7pPr>
            <a:lvl8pPr>
              <a:defRPr sz="3150" b="1">
                <a:solidFill>
                  <a:srgbClr val="FFFFFF"/>
                </a:solidFill>
              </a:defRPr>
            </a:lvl8pPr>
            <a:lvl9pPr>
              <a:defRPr sz="31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A · Surface response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40C243-022B-4978-9481-E07E88218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72D4C1"/>
                </a:solidFill>
              </a:defRPr>
            </a:defPPr>
            <a:lvl1pPr>
              <a:defRPr sz="1650" b="1">
                <a:solidFill>
                  <a:srgbClr val="72D4C1"/>
                </a:solidFill>
              </a:defRPr>
            </a:lvl1pPr>
            <a:lvl2pPr>
              <a:defRPr sz="1650" b="1">
                <a:solidFill>
                  <a:srgbClr val="72D4C1"/>
                </a:solidFill>
              </a:defRPr>
            </a:lvl2pPr>
            <a:lvl3pPr>
              <a:defRPr sz="1650" b="1">
                <a:solidFill>
                  <a:srgbClr val="72D4C1"/>
                </a:solidFill>
              </a:defRPr>
            </a:lvl3pPr>
            <a:lvl4pPr>
              <a:defRPr sz="1650" b="1">
                <a:solidFill>
                  <a:srgbClr val="72D4C1"/>
                </a:solidFill>
              </a:defRPr>
            </a:lvl4pPr>
            <a:lvl5pPr>
              <a:defRPr sz="1650" b="1">
                <a:solidFill>
                  <a:srgbClr val="72D4C1"/>
                </a:solidFill>
              </a:defRPr>
            </a:lvl5pPr>
            <a:lvl6pPr>
              <a:defRPr sz="1650" b="1">
                <a:solidFill>
                  <a:srgbClr val="72D4C1"/>
                </a:solidFill>
              </a:defRPr>
            </a:lvl6pPr>
            <a:lvl7pPr>
              <a:defRPr sz="1650" b="1">
                <a:solidFill>
                  <a:srgbClr val="72D4C1"/>
                </a:solidFill>
              </a:defRPr>
            </a:lvl7pPr>
            <a:lvl8pPr>
              <a:defRPr sz="1650" b="1">
                <a:solidFill>
                  <a:srgbClr val="72D4C1"/>
                </a:solidFill>
              </a:defRPr>
            </a:lvl8pPr>
            <a:lvl9pPr>
              <a:defRPr sz="1650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72D4C1"/>
                </a:solidFill>
              </a:defRPr>
            </a:pPr>
            <a:r>
              <a:rPr sz="1650" b="1">
                <a:solidFill>
                  <a:srgbClr val="72D4C1"/>
                </a:solidFill>
              </a:rPr>
              <a:t>SET 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B49038-2886-4E3F-9CFD-690B2EF28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05075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FFFFFF"/>
                </a:solidFill>
              </a:defRPr>
            </a:defPPr>
            <a:lvl1pPr>
              <a:defRPr sz="2175" b="0">
                <a:solidFill>
                  <a:srgbClr val="FFFFFF"/>
                </a:solidFill>
              </a:defRPr>
            </a:lvl1pPr>
            <a:lvl2pPr>
              <a:defRPr sz="2175" b="0">
                <a:solidFill>
                  <a:srgbClr val="FFFFFF"/>
                </a:solidFill>
              </a:defRPr>
            </a:lvl2pPr>
            <a:lvl3pPr>
              <a:defRPr sz="2175" b="0">
                <a:solidFill>
                  <a:srgbClr val="FFFFFF"/>
                </a:solidFill>
              </a:defRPr>
            </a:lvl3pPr>
            <a:lvl4pPr>
              <a:defRPr sz="2175" b="0">
                <a:solidFill>
                  <a:srgbClr val="FFFFFF"/>
                </a:solidFill>
              </a:defRPr>
            </a:lvl4pPr>
            <a:lvl5pPr>
              <a:defRPr sz="2175" b="0">
                <a:solidFill>
                  <a:srgbClr val="FFFFFF"/>
                </a:solidFill>
              </a:defRPr>
            </a:lvl5pPr>
            <a:lvl6pPr>
              <a:defRPr sz="2175" b="0">
                <a:solidFill>
                  <a:srgbClr val="FFFFFF"/>
                </a:solidFill>
              </a:defRPr>
            </a:lvl6pPr>
            <a:lvl7pPr>
              <a:defRPr sz="2175" b="0">
                <a:solidFill>
                  <a:srgbClr val="FFFFFF"/>
                </a:solidFill>
              </a:defRPr>
            </a:lvl7pPr>
            <a:lvl8pPr>
              <a:defRPr sz="2175" b="0">
                <a:solidFill>
                  <a:srgbClr val="FFFFFF"/>
                </a:solidFill>
              </a:defRPr>
            </a:lvl8pPr>
            <a:lvl9pPr>
              <a:defRPr sz="217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FFFFFF"/>
                </a:solidFill>
              </a:defRPr>
            </a:pPr>
            <a:r>
              <a:rPr sz="2175" b="0">
                <a:solidFill>
                  <a:srgbClr val="FFFFFF"/>
                </a:solidFill>
              </a:rPr>
              <a:t>Assign a copy of MI_W09_05_PolishedMetal.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C8247C-7218-47AF-886A-C7A66D5FC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72D4C1"/>
                </a:solidFill>
              </a:defRPr>
            </a:defPPr>
            <a:lvl1pPr>
              <a:defRPr sz="1650" b="1">
                <a:solidFill>
                  <a:srgbClr val="72D4C1"/>
                </a:solidFill>
              </a:defRPr>
            </a:lvl1pPr>
            <a:lvl2pPr>
              <a:defRPr sz="1650" b="1">
                <a:solidFill>
                  <a:srgbClr val="72D4C1"/>
                </a:solidFill>
              </a:defRPr>
            </a:lvl2pPr>
            <a:lvl3pPr>
              <a:defRPr sz="1650" b="1">
                <a:solidFill>
                  <a:srgbClr val="72D4C1"/>
                </a:solidFill>
              </a:defRPr>
            </a:lvl3pPr>
            <a:lvl4pPr>
              <a:defRPr sz="1650" b="1">
                <a:solidFill>
                  <a:srgbClr val="72D4C1"/>
                </a:solidFill>
              </a:defRPr>
            </a:lvl4pPr>
            <a:lvl5pPr>
              <a:defRPr sz="1650" b="1">
                <a:solidFill>
                  <a:srgbClr val="72D4C1"/>
                </a:solidFill>
              </a:defRPr>
            </a:lvl5pPr>
            <a:lvl6pPr>
              <a:defRPr sz="1650" b="1">
                <a:solidFill>
                  <a:srgbClr val="72D4C1"/>
                </a:solidFill>
              </a:defRPr>
            </a:lvl6pPr>
            <a:lvl7pPr>
              <a:defRPr sz="1650" b="1">
                <a:solidFill>
                  <a:srgbClr val="72D4C1"/>
                </a:solidFill>
              </a:defRPr>
            </a:lvl7pPr>
            <a:lvl8pPr>
              <a:defRPr sz="1650" b="1">
                <a:solidFill>
                  <a:srgbClr val="72D4C1"/>
                </a:solidFill>
              </a:defRPr>
            </a:lvl8pPr>
            <a:lvl9pPr>
              <a:defRPr sz="1650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72D4C1"/>
                </a:solidFill>
              </a:defRPr>
            </a:pPr>
            <a:r>
              <a:rPr sz="1650" b="1">
                <a:solidFill>
                  <a:srgbClr val="72D4C1"/>
                </a:solidFill>
              </a:rPr>
              <a:t>COMPARE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F72E6D-5563-4207-B3F1-0D0AC45DC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3325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FFFFFF"/>
                </a:solidFill>
              </a:defRPr>
            </a:defPPr>
            <a:lvl1pPr>
              <a:defRPr sz="2175" b="0">
                <a:solidFill>
                  <a:srgbClr val="FFFFFF"/>
                </a:solidFill>
              </a:defRPr>
            </a:lvl1pPr>
            <a:lvl2pPr>
              <a:defRPr sz="2175" b="0">
                <a:solidFill>
                  <a:srgbClr val="FFFFFF"/>
                </a:solidFill>
              </a:defRPr>
            </a:lvl2pPr>
            <a:lvl3pPr>
              <a:defRPr sz="2175" b="0">
                <a:solidFill>
                  <a:srgbClr val="FFFFFF"/>
                </a:solidFill>
              </a:defRPr>
            </a:lvl3pPr>
            <a:lvl4pPr>
              <a:defRPr sz="2175" b="0">
                <a:solidFill>
                  <a:srgbClr val="FFFFFF"/>
                </a:solidFill>
              </a:defRPr>
            </a:lvl4pPr>
            <a:lvl5pPr>
              <a:defRPr sz="2175" b="0">
                <a:solidFill>
                  <a:srgbClr val="FFFFFF"/>
                </a:solidFill>
              </a:defRPr>
            </a:lvl5pPr>
            <a:lvl6pPr>
              <a:defRPr sz="2175" b="0">
                <a:solidFill>
                  <a:srgbClr val="FFFFFF"/>
                </a:solidFill>
              </a:defRPr>
            </a:lvl6pPr>
            <a:lvl7pPr>
              <a:defRPr sz="2175" b="0">
                <a:solidFill>
                  <a:srgbClr val="FFFFFF"/>
                </a:solidFill>
              </a:defRPr>
            </a:lvl7pPr>
            <a:lvl8pPr>
              <a:defRPr sz="2175" b="0">
                <a:solidFill>
                  <a:srgbClr val="FFFFFF"/>
                </a:solidFill>
              </a:defRPr>
            </a:lvl8pPr>
            <a:lvl9pPr>
              <a:defRPr sz="217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FFFFFF"/>
                </a:solidFill>
              </a:defRPr>
            </a:pPr>
            <a:r>
              <a:rPr sz="2175" b="0">
                <a:solidFill>
                  <a:srgbClr val="FFFFFF"/>
                </a:solidFill>
              </a:rPr>
              <a:t>MinRoughness = MaxRoughness: 0.2 → 0.8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13A5B8-CCB3-45B3-9EBD-E7282A854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72D4C1"/>
                </a:solidFill>
              </a:defRPr>
            </a:defPPr>
            <a:lvl1pPr>
              <a:defRPr sz="1650" b="1">
                <a:solidFill>
                  <a:srgbClr val="72D4C1"/>
                </a:solidFill>
              </a:defRPr>
            </a:lvl1pPr>
            <a:lvl2pPr>
              <a:defRPr sz="1650" b="1">
                <a:solidFill>
                  <a:srgbClr val="72D4C1"/>
                </a:solidFill>
              </a:defRPr>
            </a:lvl2pPr>
            <a:lvl3pPr>
              <a:defRPr sz="1650" b="1">
                <a:solidFill>
                  <a:srgbClr val="72D4C1"/>
                </a:solidFill>
              </a:defRPr>
            </a:lvl3pPr>
            <a:lvl4pPr>
              <a:defRPr sz="1650" b="1">
                <a:solidFill>
                  <a:srgbClr val="72D4C1"/>
                </a:solidFill>
              </a:defRPr>
            </a:lvl4pPr>
            <a:lvl5pPr>
              <a:defRPr sz="1650" b="1">
                <a:solidFill>
                  <a:srgbClr val="72D4C1"/>
                </a:solidFill>
              </a:defRPr>
            </a:lvl5pPr>
            <a:lvl6pPr>
              <a:defRPr sz="1650" b="1">
                <a:solidFill>
                  <a:srgbClr val="72D4C1"/>
                </a:solidFill>
              </a:defRPr>
            </a:lvl6pPr>
            <a:lvl7pPr>
              <a:defRPr sz="1650" b="1">
                <a:solidFill>
                  <a:srgbClr val="72D4C1"/>
                </a:solidFill>
              </a:defRPr>
            </a:lvl7pPr>
            <a:lvl8pPr>
              <a:defRPr sz="1650" b="1">
                <a:solidFill>
                  <a:srgbClr val="72D4C1"/>
                </a:solidFill>
              </a:defRPr>
            </a:lvl8pPr>
            <a:lvl9pPr>
              <a:defRPr sz="1650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72D4C1"/>
                </a:solidFill>
              </a:defRPr>
            </a:pPr>
            <a:r>
              <a:rPr sz="1650" b="1">
                <a:solidFill>
                  <a:srgbClr val="72D4C1"/>
                </a:solidFill>
              </a:rPr>
              <a:t>LOOK FOR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DD63C0-BF85-4A01-914D-CD9E585C8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81575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FFFFFF"/>
                </a:solidFill>
              </a:defRPr>
            </a:defPPr>
            <a:lvl1pPr>
              <a:defRPr sz="2175" b="0">
                <a:solidFill>
                  <a:srgbClr val="FFFFFF"/>
                </a:solidFill>
              </a:defRPr>
            </a:lvl1pPr>
            <a:lvl2pPr>
              <a:defRPr sz="2175" b="0">
                <a:solidFill>
                  <a:srgbClr val="FFFFFF"/>
                </a:solidFill>
              </a:defRPr>
            </a:lvl2pPr>
            <a:lvl3pPr>
              <a:defRPr sz="2175" b="0">
                <a:solidFill>
                  <a:srgbClr val="FFFFFF"/>
                </a:solidFill>
              </a:defRPr>
            </a:lvl3pPr>
            <a:lvl4pPr>
              <a:defRPr sz="2175" b="0">
                <a:solidFill>
                  <a:srgbClr val="FFFFFF"/>
                </a:solidFill>
              </a:defRPr>
            </a:lvl4pPr>
            <a:lvl5pPr>
              <a:defRPr sz="2175" b="0">
                <a:solidFill>
                  <a:srgbClr val="FFFFFF"/>
                </a:solidFill>
              </a:defRPr>
            </a:lvl5pPr>
            <a:lvl6pPr>
              <a:defRPr sz="2175" b="0">
                <a:solidFill>
                  <a:srgbClr val="FFFFFF"/>
                </a:solidFill>
              </a:defRPr>
            </a:lvl6pPr>
            <a:lvl7pPr>
              <a:defRPr sz="2175" b="0">
                <a:solidFill>
                  <a:srgbClr val="FFFFFF"/>
                </a:solidFill>
              </a:defRPr>
            </a:lvl7pPr>
            <a:lvl8pPr>
              <a:defRPr sz="2175" b="0">
                <a:solidFill>
                  <a:srgbClr val="FFFFFF"/>
                </a:solidFill>
              </a:defRPr>
            </a:lvl8pPr>
            <a:lvl9pPr>
              <a:defRPr sz="217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FFFFFF"/>
                </a:solidFill>
              </a:defRPr>
            </a:pPr>
            <a:r>
              <a:rPr sz="2175" b="0">
                <a:solidFill>
                  <a:srgbClr val="FFFFFF"/>
                </a:solidFill>
              </a:rPr>
              <a:t>Broader reflections; keep metallic, tint and normals fixed.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F42DDA-0CA8-4BC6-AC6D-824D79FD8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72D4C1"/>
                </a:solidFill>
              </a:defRPr>
            </a:defPPr>
            <a:lvl1pPr>
              <a:defRPr sz="1725" b="1">
                <a:solidFill>
                  <a:srgbClr val="72D4C1"/>
                </a:solidFill>
              </a:defRPr>
            </a:lvl1pPr>
            <a:lvl2pPr>
              <a:defRPr sz="1725" b="1">
                <a:solidFill>
                  <a:srgbClr val="72D4C1"/>
                </a:solidFill>
              </a:defRPr>
            </a:lvl2pPr>
            <a:lvl3pPr>
              <a:defRPr sz="1725" b="1">
                <a:solidFill>
                  <a:srgbClr val="72D4C1"/>
                </a:solidFill>
              </a:defRPr>
            </a:lvl3pPr>
            <a:lvl4pPr>
              <a:defRPr sz="1725" b="1">
                <a:solidFill>
                  <a:srgbClr val="72D4C1"/>
                </a:solidFill>
              </a:defRPr>
            </a:lvl4pPr>
            <a:lvl5pPr>
              <a:defRPr sz="1725" b="1">
                <a:solidFill>
                  <a:srgbClr val="72D4C1"/>
                </a:solidFill>
              </a:defRPr>
            </a:lvl5pPr>
            <a:lvl6pPr>
              <a:defRPr sz="1725" b="1">
                <a:solidFill>
                  <a:srgbClr val="72D4C1"/>
                </a:solidFill>
              </a:defRPr>
            </a:lvl6pPr>
            <a:lvl7pPr>
              <a:defRPr sz="1725" b="1">
                <a:solidFill>
                  <a:srgbClr val="72D4C1"/>
                </a:solidFill>
              </a:defRPr>
            </a:lvl7pPr>
            <a:lvl8pPr>
              <a:defRPr sz="1725" b="1">
                <a:solidFill>
                  <a:srgbClr val="72D4C1"/>
                </a:solidFill>
              </a:defRPr>
            </a:lvl8pPr>
            <a:lvl9pPr>
              <a:defRPr sz="1725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72D4C1"/>
                </a:solidFill>
              </a:defRPr>
            </a:pPr>
            <a:r>
              <a:rPr sz="1725" b="1">
                <a:solidFill>
                  <a:srgbClr val="72D4C1"/>
                </a:solidFill>
              </a:rPr>
              <a:t>Why set both endpoints to the same value?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8A68DD-783D-4688-87AB-4B9678C9C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C4D3E3"/>
                </a:solidFill>
              </a:defRPr>
            </a:defPPr>
            <a:lvl1pPr>
              <a:defRPr sz="1200" b="0">
                <a:solidFill>
                  <a:srgbClr val="C4D3E3"/>
                </a:solidFill>
              </a:defRPr>
            </a:lvl1pPr>
            <a:lvl2pPr>
              <a:defRPr sz="1200" b="0">
                <a:solidFill>
                  <a:srgbClr val="C4D3E3"/>
                </a:solidFill>
              </a:defRPr>
            </a:lvl2pPr>
            <a:lvl3pPr>
              <a:defRPr sz="1200" b="0">
                <a:solidFill>
                  <a:srgbClr val="C4D3E3"/>
                </a:solidFill>
              </a:defRPr>
            </a:lvl3pPr>
            <a:lvl4pPr>
              <a:defRPr sz="1200" b="0">
                <a:solidFill>
                  <a:srgbClr val="C4D3E3"/>
                </a:solidFill>
              </a:defRPr>
            </a:lvl4pPr>
            <a:lvl5pPr>
              <a:defRPr sz="1200" b="0">
                <a:solidFill>
                  <a:srgbClr val="C4D3E3"/>
                </a:solidFill>
              </a:defRPr>
            </a:lvl5pPr>
            <a:lvl6pPr>
              <a:defRPr sz="1200" b="0">
                <a:solidFill>
                  <a:srgbClr val="C4D3E3"/>
                </a:solidFill>
              </a:defRPr>
            </a:lvl6pPr>
            <a:lvl7pPr>
              <a:defRPr sz="1200" b="0">
                <a:solidFill>
                  <a:srgbClr val="C4D3E3"/>
                </a:solidFill>
              </a:defRPr>
            </a:lvl7pPr>
            <a:lvl8pPr>
              <a:defRPr sz="1200" b="0">
                <a:solidFill>
                  <a:srgbClr val="C4D3E3"/>
                </a:solidFill>
              </a:defRPr>
            </a:lvl8pPr>
            <a:lvl9pPr>
              <a:defRPr sz="1200" b="0">
                <a:solidFill>
                  <a:srgbClr val="C4D3E3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C4D3E3"/>
                </a:solidFill>
              </a:defRPr>
            </a:pPr>
            <a:r>
              <a:rPr sz="1200" b="0">
                <a:solidFill>
                  <a:srgbClr val="C4D3E3"/>
                </a:solidFill>
              </a:rPr>
              <a:t>LA</a:t>
            </a:r>
          </a:p>
        </p:txBody>
      </p:sp>
    </p:spTree>
    <p:extLst>
      <p:ext uri="{BB962C8B-B14F-4D97-AF65-F5344CB8AC3E}">
        <p14:creationId xmlns:p14="http://schemas.microsoft.com/office/powerpoint/2010/main" val="162446112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0A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4D6307-1184-48CD-B708-6AF08EB570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9ad46f31784695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E5B6FD-ED2E-4BFC-AE1E-1A3DE3EFB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B6A0FF"/>
                </a:solidFill>
              </a:defRPr>
            </a:defPPr>
            <a:lvl1pPr>
              <a:defRPr sz="1350" b="1">
                <a:solidFill>
                  <a:srgbClr val="B6A0FF"/>
                </a:solidFill>
              </a:defRPr>
            </a:lvl1pPr>
            <a:lvl2pPr>
              <a:defRPr sz="1350" b="1">
                <a:solidFill>
                  <a:srgbClr val="B6A0FF"/>
                </a:solidFill>
              </a:defRPr>
            </a:lvl2pPr>
            <a:lvl3pPr>
              <a:defRPr sz="1350" b="1">
                <a:solidFill>
                  <a:srgbClr val="B6A0FF"/>
                </a:solidFill>
              </a:defRPr>
            </a:lvl3pPr>
            <a:lvl4pPr>
              <a:defRPr sz="1350" b="1">
                <a:solidFill>
                  <a:srgbClr val="B6A0FF"/>
                </a:solidFill>
              </a:defRPr>
            </a:lvl4pPr>
            <a:lvl5pPr>
              <a:defRPr sz="1350" b="1">
                <a:solidFill>
                  <a:srgbClr val="B6A0FF"/>
                </a:solidFill>
              </a:defRPr>
            </a:lvl5pPr>
            <a:lvl6pPr>
              <a:defRPr sz="1350" b="1">
                <a:solidFill>
                  <a:srgbClr val="B6A0FF"/>
                </a:solidFill>
              </a:defRPr>
            </a:lvl6pPr>
            <a:lvl7pPr>
              <a:defRPr sz="1350" b="1">
                <a:solidFill>
                  <a:srgbClr val="B6A0FF"/>
                </a:solidFill>
              </a:defRPr>
            </a:lvl7pPr>
            <a:lvl8pPr>
              <a:defRPr sz="1350" b="1">
                <a:solidFill>
                  <a:srgbClr val="B6A0FF"/>
                </a:solidFill>
              </a:defRPr>
            </a:lvl8pPr>
            <a:lvl9pPr>
              <a:defRPr sz="1350" b="1">
                <a:solidFill>
                  <a:srgbClr val="B6A0FF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6A0FF"/>
                </a:solidFill>
              </a:defRPr>
            </a:pPr>
            <a:r>
              <a:rPr sz="1350" b="1">
                <a:solidFill>
                  <a:srgbClr val="B6A0FF"/>
                </a:solidFill>
              </a:rPr>
              <a:t>OPTIONAL LAB COMPANION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B74924-FFE3-4659-9F98-19383AED7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FFFFF"/>
                </a:solidFill>
              </a:defRPr>
            </a:defPPr>
            <a:lvl1pPr>
              <a:defRPr sz="3150" b="1">
                <a:solidFill>
                  <a:srgbClr val="FFFFFF"/>
                </a:solidFill>
              </a:defRPr>
            </a:lvl1pPr>
            <a:lvl2pPr>
              <a:defRPr sz="3150" b="1">
                <a:solidFill>
                  <a:srgbClr val="FFFFFF"/>
                </a:solidFill>
              </a:defRPr>
            </a:lvl2pPr>
            <a:lvl3pPr>
              <a:defRPr sz="3150" b="1">
                <a:solidFill>
                  <a:srgbClr val="FFFFFF"/>
                </a:solidFill>
              </a:defRPr>
            </a:lvl3pPr>
            <a:lvl4pPr>
              <a:defRPr sz="3150" b="1">
                <a:solidFill>
                  <a:srgbClr val="FFFFFF"/>
                </a:solidFill>
              </a:defRPr>
            </a:lvl4pPr>
            <a:lvl5pPr>
              <a:defRPr sz="3150" b="1">
                <a:solidFill>
                  <a:srgbClr val="FFFFFF"/>
                </a:solidFill>
              </a:defRPr>
            </a:lvl5pPr>
            <a:lvl6pPr>
              <a:defRPr sz="3150" b="1">
                <a:solidFill>
                  <a:srgbClr val="FFFFFF"/>
                </a:solidFill>
              </a:defRPr>
            </a:lvl6pPr>
            <a:lvl7pPr>
              <a:defRPr sz="3150" b="1">
                <a:solidFill>
                  <a:srgbClr val="FFFFFF"/>
                </a:solidFill>
              </a:defRPr>
            </a:lvl7pPr>
            <a:lvl8pPr>
              <a:defRPr sz="3150" b="1">
                <a:solidFill>
                  <a:srgbClr val="FFFFFF"/>
                </a:solidFill>
              </a:defRPr>
            </a:lvl8pPr>
            <a:lvl9pPr>
              <a:defRPr sz="31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B · Painted height transition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19E691-EB36-461F-8C82-260A6D84019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2dcc4dcdb845a9"/>
          <a:stretch xmlns:a="http://schemas.openxmlformats.org/drawingml/2006/main"/>
        </p:blipFill>
        <p:spPr>
          <a:xfrm xmlns:a="http://schemas.openxmlformats.org/drawingml/2006/main">
            <a:off x="609600" y="2163961"/>
            <a:ext cx="6191250" cy="3482578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A885C2-8FAE-449B-A49F-81F2D52C1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95500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72D4C1"/>
                </a:solidFill>
              </a:defRPr>
            </a:defPPr>
            <a:lvl1pPr>
              <a:defRPr sz="1650" b="1">
                <a:solidFill>
                  <a:srgbClr val="72D4C1"/>
                </a:solidFill>
              </a:defRPr>
            </a:lvl1pPr>
            <a:lvl2pPr>
              <a:defRPr sz="1650" b="1">
                <a:solidFill>
                  <a:srgbClr val="72D4C1"/>
                </a:solidFill>
              </a:defRPr>
            </a:lvl2pPr>
            <a:lvl3pPr>
              <a:defRPr sz="1650" b="1">
                <a:solidFill>
                  <a:srgbClr val="72D4C1"/>
                </a:solidFill>
              </a:defRPr>
            </a:lvl3pPr>
            <a:lvl4pPr>
              <a:defRPr sz="1650" b="1">
                <a:solidFill>
                  <a:srgbClr val="72D4C1"/>
                </a:solidFill>
              </a:defRPr>
            </a:lvl4pPr>
            <a:lvl5pPr>
              <a:defRPr sz="1650" b="1">
                <a:solidFill>
                  <a:srgbClr val="72D4C1"/>
                </a:solidFill>
              </a:defRPr>
            </a:lvl5pPr>
            <a:lvl6pPr>
              <a:defRPr sz="1650" b="1">
                <a:solidFill>
                  <a:srgbClr val="72D4C1"/>
                </a:solidFill>
              </a:defRPr>
            </a:lvl6pPr>
            <a:lvl7pPr>
              <a:defRPr sz="1650" b="1">
                <a:solidFill>
                  <a:srgbClr val="72D4C1"/>
                </a:solidFill>
              </a:defRPr>
            </a:lvl7pPr>
            <a:lvl8pPr>
              <a:defRPr sz="1650" b="1">
                <a:solidFill>
                  <a:srgbClr val="72D4C1"/>
                </a:solidFill>
              </a:defRPr>
            </a:lvl8pPr>
            <a:lvl9pPr>
              <a:defRPr sz="1650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72D4C1"/>
                </a:solidFill>
              </a:defRPr>
            </a:pPr>
            <a:r>
              <a:rPr sz="1650" b="1">
                <a:solidFill>
                  <a:srgbClr val="72D4C1"/>
                </a:solidFill>
              </a:rPr>
              <a:t>SET 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F39994-3523-467F-B730-F948D14FE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05075"/>
            <a:ext cx="4286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FFFFFF"/>
                </a:solidFill>
              </a:defRPr>
            </a:defPPr>
            <a:lvl1pPr>
              <a:defRPr sz="1950" b="0">
                <a:solidFill>
                  <a:srgbClr val="FFFFFF"/>
                </a:solidFill>
              </a:defRPr>
            </a:lvl1pPr>
            <a:lvl2pPr>
              <a:defRPr sz="1950" b="0">
                <a:solidFill>
                  <a:srgbClr val="FFFFFF"/>
                </a:solidFill>
              </a:defRPr>
            </a:lvl2pPr>
            <a:lvl3pPr>
              <a:defRPr sz="1950" b="0">
                <a:solidFill>
                  <a:srgbClr val="FFFFFF"/>
                </a:solidFill>
              </a:defRPr>
            </a:lvl3pPr>
            <a:lvl4pPr>
              <a:defRPr sz="1950" b="0">
                <a:solidFill>
                  <a:srgbClr val="FFFFFF"/>
                </a:solidFill>
              </a:defRPr>
            </a:lvl4pPr>
            <a:lvl5pPr>
              <a:defRPr sz="1950" b="0">
                <a:solidFill>
                  <a:srgbClr val="FFFFFF"/>
                </a:solidFill>
              </a:defRPr>
            </a:lvl5pPr>
            <a:lvl6pPr>
              <a:defRPr sz="1950" b="0">
                <a:solidFill>
                  <a:srgbClr val="FFFFFF"/>
                </a:solidFill>
              </a:defRPr>
            </a:lvl6pPr>
            <a:lvl7pPr>
              <a:defRPr sz="1950" b="0">
                <a:solidFill>
                  <a:srgbClr val="FFFFFF"/>
                </a:solidFill>
              </a:defRPr>
            </a:lvl7pPr>
            <a:lvl8pPr>
              <a:defRPr sz="1950" b="0">
                <a:solidFill>
                  <a:srgbClr val="FFFFFF"/>
                </a:solidFill>
              </a:defRPr>
            </a:lvl8pPr>
            <a:lvl9pPr>
              <a:defRPr sz="195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FFFFFF"/>
                </a:solidFill>
              </a:defRPr>
            </a:pPr>
            <a:r>
              <a:rPr sz="1950" b="0">
                <a:solidFill>
                  <a:srgbClr val="FFFFFF"/>
                </a:solidFill>
              </a:rPr>
              <a:t>Station 08 · copy MI_08_HeightBlend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3FEE7D-D2A7-4815-9316-C02F6D3F8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33750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72D4C1"/>
                </a:solidFill>
              </a:defRPr>
            </a:defPPr>
            <a:lvl1pPr>
              <a:defRPr sz="1650" b="1">
                <a:solidFill>
                  <a:srgbClr val="72D4C1"/>
                </a:solidFill>
              </a:defRPr>
            </a:lvl1pPr>
            <a:lvl2pPr>
              <a:defRPr sz="1650" b="1">
                <a:solidFill>
                  <a:srgbClr val="72D4C1"/>
                </a:solidFill>
              </a:defRPr>
            </a:lvl2pPr>
            <a:lvl3pPr>
              <a:defRPr sz="1650" b="1">
                <a:solidFill>
                  <a:srgbClr val="72D4C1"/>
                </a:solidFill>
              </a:defRPr>
            </a:lvl3pPr>
            <a:lvl4pPr>
              <a:defRPr sz="1650" b="1">
                <a:solidFill>
                  <a:srgbClr val="72D4C1"/>
                </a:solidFill>
              </a:defRPr>
            </a:lvl4pPr>
            <a:lvl5pPr>
              <a:defRPr sz="1650" b="1">
                <a:solidFill>
                  <a:srgbClr val="72D4C1"/>
                </a:solidFill>
              </a:defRPr>
            </a:lvl5pPr>
            <a:lvl6pPr>
              <a:defRPr sz="1650" b="1">
                <a:solidFill>
                  <a:srgbClr val="72D4C1"/>
                </a:solidFill>
              </a:defRPr>
            </a:lvl6pPr>
            <a:lvl7pPr>
              <a:defRPr sz="1650" b="1">
                <a:solidFill>
                  <a:srgbClr val="72D4C1"/>
                </a:solidFill>
              </a:defRPr>
            </a:lvl7pPr>
            <a:lvl8pPr>
              <a:defRPr sz="1650" b="1">
                <a:solidFill>
                  <a:srgbClr val="72D4C1"/>
                </a:solidFill>
              </a:defRPr>
            </a:lvl8pPr>
            <a:lvl9pPr>
              <a:defRPr sz="1650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72D4C1"/>
                </a:solidFill>
              </a:defRPr>
            </a:pPr>
            <a:r>
              <a:rPr sz="1650" b="1">
                <a:solidFill>
                  <a:srgbClr val="72D4C1"/>
                </a:solidFill>
              </a:rPr>
              <a:t>COMPARE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5533CA-57FE-4CC9-A65C-4428751A0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43325"/>
            <a:ext cx="4286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FFFFFF"/>
                </a:solidFill>
              </a:defRPr>
            </a:defPPr>
            <a:lvl1pPr>
              <a:defRPr sz="1950" b="0">
                <a:solidFill>
                  <a:srgbClr val="FFFFFF"/>
                </a:solidFill>
              </a:defRPr>
            </a:lvl1pPr>
            <a:lvl2pPr>
              <a:defRPr sz="1950" b="0">
                <a:solidFill>
                  <a:srgbClr val="FFFFFF"/>
                </a:solidFill>
              </a:defRPr>
            </a:lvl2pPr>
            <a:lvl3pPr>
              <a:defRPr sz="1950" b="0">
                <a:solidFill>
                  <a:srgbClr val="FFFFFF"/>
                </a:solidFill>
              </a:defRPr>
            </a:lvl3pPr>
            <a:lvl4pPr>
              <a:defRPr sz="1950" b="0">
                <a:solidFill>
                  <a:srgbClr val="FFFFFF"/>
                </a:solidFill>
              </a:defRPr>
            </a:lvl4pPr>
            <a:lvl5pPr>
              <a:defRPr sz="1950" b="0">
                <a:solidFill>
                  <a:srgbClr val="FFFFFF"/>
                </a:solidFill>
              </a:defRPr>
            </a:lvl5pPr>
            <a:lvl6pPr>
              <a:defRPr sz="1950" b="0">
                <a:solidFill>
                  <a:srgbClr val="FFFFFF"/>
                </a:solidFill>
              </a:defRPr>
            </a:lvl6pPr>
            <a:lvl7pPr>
              <a:defRPr sz="1950" b="0">
                <a:solidFill>
                  <a:srgbClr val="FFFFFF"/>
                </a:solidFill>
              </a:defRPr>
            </a:lvl7pPr>
            <a:lvl8pPr>
              <a:defRPr sz="1950" b="0">
                <a:solidFill>
                  <a:srgbClr val="FFFFFF"/>
                </a:solidFill>
              </a:defRPr>
            </a:lvl8pPr>
            <a:lvl9pPr>
              <a:defRPr sz="195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FFFFFF"/>
                </a:solidFill>
              </a:defRPr>
            </a:pPr>
            <a:r>
              <a:rPr sz="1950" b="0">
                <a:solidFill>
                  <a:srgbClr val="FFFFFF"/>
                </a:solidFill>
              </a:rPr>
              <a:t>Blend Contrast: 1 → 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4FAF00-5BC6-4C7F-B0E3-EE6B0D217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72000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72D4C1"/>
                </a:solidFill>
              </a:defRPr>
            </a:defPPr>
            <a:lvl1pPr>
              <a:defRPr sz="1650" b="1">
                <a:solidFill>
                  <a:srgbClr val="72D4C1"/>
                </a:solidFill>
              </a:defRPr>
            </a:lvl1pPr>
            <a:lvl2pPr>
              <a:defRPr sz="1650" b="1">
                <a:solidFill>
                  <a:srgbClr val="72D4C1"/>
                </a:solidFill>
              </a:defRPr>
            </a:lvl2pPr>
            <a:lvl3pPr>
              <a:defRPr sz="1650" b="1">
                <a:solidFill>
                  <a:srgbClr val="72D4C1"/>
                </a:solidFill>
              </a:defRPr>
            </a:lvl3pPr>
            <a:lvl4pPr>
              <a:defRPr sz="1650" b="1">
                <a:solidFill>
                  <a:srgbClr val="72D4C1"/>
                </a:solidFill>
              </a:defRPr>
            </a:lvl4pPr>
            <a:lvl5pPr>
              <a:defRPr sz="1650" b="1">
                <a:solidFill>
                  <a:srgbClr val="72D4C1"/>
                </a:solidFill>
              </a:defRPr>
            </a:lvl5pPr>
            <a:lvl6pPr>
              <a:defRPr sz="1650" b="1">
                <a:solidFill>
                  <a:srgbClr val="72D4C1"/>
                </a:solidFill>
              </a:defRPr>
            </a:lvl6pPr>
            <a:lvl7pPr>
              <a:defRPr sz="1650" b="1">
                <a:solidFill>
                  <a:srgbClr val="72D4C1"/>
                </a:solidFill>
              </a:defRPr>
            </a:lvl7pPr>
            <a:lvl8pPr>
              <a:defRPr sz="1650" b="1">
                <a:solidFill>
                  <a:srgbClr val="72D4C1"/>
                </a:solidFill>
              </a:defRPr>
            </a:lvl8pPr>
            <a:lvl9pPr>
              <a:defRPr sz="1650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72D4C1"/>
                </a:solidFill>
              </a:defRPr>
            </a:pPr>
            <a:r>
              <a:rPr sz="1650" b="1">
                <a:solidFill>
                  <a:srgbClr val="72D4C1"/>
                </a:solidFill>
              </a:rPr>
              <a:t>LOOK FOR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3D1B48-BA9C-416E-8C93-4D9300C51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81575"/>
            <a:ext cx="4286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FFFFFF"/>
                </a:solidFill>
              </a:defRPr>
            </a:defPPr>
            <a:lvl1pPr>
              <a:defRPr sz="1950" b="0">
                <a:solidFill>
                  <a:srgbClr val="FFFFFF"/>
                </a:solidFill>
              </a:defRPr>
            </a:lvl1pPr>
            <a:lvl2pPr>
              <a:defRPr sz="1950" b="0">
                <a:solidFill>
                  <a:srgbClr val="FFFFFF"/>
                </a:solidFill>
              </a:defRPr>
            </a:lvl2pPr>
            <a:lvl3pPr>
              <a:defRPr sz="1950" b="0">
                <a:solidFill>
                  <a:srgbClr val="FFFFFF"/>
                </a:solidFill>
              </a:defRPr>
            </a:lvl3pPr>
            <a:lvl4pPr>
              <a:defRPr sz="1950" b="0">
                <a:solidFill>
                  <a:srgbClr val="FFFFFF"/>
                </a:solidFill>
              </a:defRPr>
            </a:lvl4pPr>
            <a:lvl5pPr>
              <a:defRPr sz="1950" b="0">
                <a:solidFill>
                  <a:srgbClr val="FFFFFF"/>
                </a:solidFill>
              </a:defRPr>
            </a:lvl5pPr>
            <a:lvl6pPr>
              <a:defRPr sz="1950" b="0">
                <a:solidFill>
                  <a:srgbClr val="FFFFFF"/>
                </a:solidFill>
              </a:defRPr>
            </a:lvl6pPr>
            <a:lvl7pPr>
              <a:defRPr sz="1950" b="0">
                <a:solidFill>
                  <a:srgbClr val="FFFFFF"/>
                </a:solidFill>
              </a:defRPr>
            </a:lvl7pPr>
            <a:lvl8pPr>
              <a:defRPr sz="1950" b="0">
                <a:solidFill>
                  <a:srgbClr val="FFFFFF"/>
                </a:solidFill>
              </a:defRPr>
            </a:lvl8pPr>
            <a:lvl9pPr>
              <a:defRPr sz="195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FFFFFF"/>
                </a:solidFill>
              </a:defRPr>
            </a:pPr>
            <a:r>
              <a:rPr sz="1950" b="0">
                <a:solidFill>
                  <a:srgbClr val="FFFFFF"/>
                </a:solidFill>
              </a:rPr>
              <a:t>Transition shape; unchanged silhouette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37F193-AB77-47B3-AAF7-47F878D13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72D4C1"/>
                </a:solidFill>
              </a:defRPr>
            </a:defPPr>
            <a:lvl1pPr>
              <a:defRPr sz="1725" b="1">
                <a:solidFill>
                  <a:srgbClr val="72D4C1"/>
                </a:solidFill>
              </a:defRPr>
            </a:lvl1pPr>
            <a:lvl2pPr>
              <a:defRPr sz="1725" b="1">
                <a:solidFill>
                  <a:srgbClr val="72D4C1"/>
                </a:solidFill>
              </a:defRPr>
            </a:lvl2pPr>
            <a:lvl3pPr>
              <a:defRPr sz="1725" b="1">
                <a:solidFill>
                  <a:srgbClr val="72D4C1"/>
                </a:solidFill>
              </a:defRPr>
            </a:lvl3pPr>
            <a:lvl4pPr>
              <a:defRPr sz="1725" b="1">
                <a:solidFill>
                  <a:srgbClr val="72D4C1"/>
                </a:solidFill>
              </a:defRPr>
            </a:lvl4pPr>
            <a:lvl5pPr>
              <a:defRPr sz="1725" b="1">
                <a:solidFill>
                  <a:srgbClr val="72D4C1"/>
                </a:solidFill>
              </a:defRPr>
            </a:lvl5pPr>
            <a:lvl6pPr>
              <a:defRPr sz="1725" b="1">
                <a:solidFill>
                  <a:srgbClr val="72D4C1"/>
                </a:solidFill>
              </a:defRPr>
            </a:lvl6pPr>
            <a:lvl7pPr>
              <a:defRPr sz="1725" b="1">
                <a:solidFill>
                  <a:srgbClr val="72D4C1"/>
                </a:solidFill>
              </a:defRPr>
            </a:lvl7pPr>
            <a:lvl8pPr>
              <a:defRPr sz="1725" b="1">
                <a:solidFill>
                  <a:srgbClr val="72D4C1"/>
                </a:solidFill>
              </a:defRPr>
            </a:lvl8pPr>
            <a:lvl9pPr>
              <a:defRPr sz="1725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72D4C1"/>
                </a:solidFill>
              </a:defRPr>
            </a:pPr>
            <a:r>
              <a:rPr sz="1725" b="1">
                <a:solidFill>
                  <a:srgbClr val="72D4C1"/>
                </a:solidFill>
              </a:rPr>
              <a:t>Is this changing blend coverage or moving vertices?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F4F92F-F5A3-48D4-88E5-C885ED468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C4D3E3"/>
                </a:solidFill>
              </a:defRPr>
            </a:defPPr>
            <a:lvl1pPr>
              <a:defRPr sz="1200" b="0">
                <a:solidFill>
                  <a:srgbClr val="C4D3E3"/>
                </a:solidFill>
              </a:defRPr>
            </a:lvl1pPr>
            <a:lvl2pPr>
              <a:defRPr sz="1200" b="0">
                <a:solidFill>
                  <a:srgbClr val="C4D3E3"/>
                </a:solidFill>
              </a:defRPr>
            </a:lvl2pPr>
            <a:lvl3pPr>
              <a:defRPr sz="1200" b="0">
                <a:solidFill>
                  <a:srgbClr val="C4D3E3"/>
                </a:solidFill>
              </a:defRPr>
            </a:lvl3pPr>
            <a:lvl4pPr>
              <a:defRPr sz="1200" b="0">
                <a:solidFill>
                  <a:srgbClr val="C4D3E3"/>
                </a:solidFill>
              </a:defRPr>
            </a:lvl4pPr>
            <a:lvl5pPr>
              <a:defRPr sz="1200" b="0">
                <a:solidFill>
                  <a:srgbClr val="C4D3E3"/>
                </a:solidFill>
              </a:defRPr>
            </a:lvl5pPr>
            <a:lvl6pPr>
              <a:defRPr sz="1200" b="0">
                <a:solidFill>
                  <a:srgbClr val="C4D3E3"/>
                </a:solidFill>
              </a:defRPr>
            </a:lvl6pPr>
            <a:lvl7pPr>
              <a:defRPr sz="1200" b="0">
                <a:solidFill>
                  <a:srgbClr val="C4D3E3"/>
                </a:solidFill>
              </a:defRPr>
            </a:lvl7pPr>
            <a:lvl8pPr>
              <a:defRPr sz="1200" b="0">
                <a:solidFill>
                  <a:srgbClr val="C4D3E3"/>
                </a:solidFill>
              </a:defRPr>
            </a:lvl8pPr>
            <a:lvl9pPr>
              <a:defRPr sz="1200" b="0">
                <a:solidFill>
                  <a:srgbClr val="C4D3E3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C4D3E3"/>
                </a:solidFill>
              </a:defRPr>
            </a:pPr>
            <a:r>
              <a:rPr sz="1200" b="0">
                <a:solidFill>
                  <a:srgbClr val="C4D3E3"/>
                </a:solidFill>
              </a:rPr>
              <a:t>LB</a:t>
            </a:r>
          </a:p>
        </p:txBody>
      </p:sp>
    </p:spTree>
    <p:extLst>
      <p:ext uri="{BB962C8B-B14F-4D97-AF65-F5344CB8AC3E}">
        <p14:creationId xmlns:p14="http://schemas.microsoft.com/office/powerpoint/2010/main" val="59172272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0A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327D3D-67F1-4A6C-B333-30DC61F8A3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1eb44f27774719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FFB64C-2081-4D69-8B19-9F6EA5725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B6A0FF"/>
                </a:solidFill>
              </a:defRPr>
            </a:defPPr>
            <a:lvl1pPr>
              <a:defRPr sz="1350" b="1">
                <a:solidFill>
                  <a:srgbClr val="B6A0FF"/>
                </a:solidFill>
              </a:defRPr>
            </a:lvl1pPr>
            <a:lvl2pPr>
              <a:defRPr sz="1350" b="1">
                <a:solidFill>
                  <a:srgbClr val="B6A0FF"/>
                </a:solidFill>
              </a:defRPr>
            </a:lvl2pPr>
            <a:lvl3pPr>
              <a:defRPr sz="1350" b="1">
                <a:solidFill>
                  <a:srgbClr val="B6A0FF"/>
                </a:solidFill>
              </a:defRPr>
            </a:lvl3pPr>
            <a:lvl4pPr>
              <a:defRPr sz="1350" b="1">
                <a:solidFill>
                  <a:srgbClr val="B6A0FF"/>
                </a:solidFill>
              </a:defRPr>
            </a:lvl4pPr>
            <a:lvl5pPr>
              <a:defRPr sz="1350" b="1">
                <a:solidFill>
                  <a:srgbClr val="B6A0FF"/>
                </a:solidFill>
              </a:defRPr>
            </a:lvl5pPr>
            <a:lvl6pPr>
              <a:defRPr sz="1350" b="1">
                <a:solidFill>
                  <a:srgbClr val="B6A0FF"/>
                </a:solidFill>
              </a:defRPr>
            </a:lvl6pPr>
            <a:lvl7pPr>
              <a:defRPr sz="1350" b="1">
                <a:solidFill>
                  <a:srgbClr val="B6A0FF"/>
                </a:solidFill>
              </a:defRPr>
            </a:lvl7pPr>
            <a:lvl8pPr>
              <a:defRPr sz="1350" b="1">
                <a:solidFill>
                  <a:srgbClr val="B6A0FF"/>
                </a:solidFill>
              </a:defRPr>
            </a:lvl8pPr>
            <a:lvl9pPr>
              <a:defRPr sz="1350" b="1">
                <a:solidFill>
                  <a:srgbClr val="B6A0FF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6A0FF"/>
                </a:solidFill>
              </a:defRPr>
            </a:pPr>
            <a:r>
              <a:rPr sz="1350" b="1">
                <a:solidFill>
                  <a:srgbClr val="B6A0FF"/>
                </a:solidFill>
              </a:rPr>
              <a:t>OPTIONAL LAB COMPANION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EFB419-E54B-4074-AC24-87B105987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FFFFF"/>
                </a:solidFill>
              </a:defRPr>
            </a:defPPr>
            <a:lvl1pPr>
              <a:defRPr sz="3150" b="1">
                <a:solidFill>
                  <a:srgbClr val="FFFFFF"/>
                </a:solidFill>
              </a:defRPr>
            </a:lvl1pPr>
            <a:lvl2pPr>
              <a:defRPr sz="3150" b="1">
                <a:solidFill>
                  <a:srgbClr val="FFFFFF"/>
                </a:solidFill>
              </a:defRPr>
            </a:lvl2pPr>
            <a:lvl3pPr>
              <a:defRPr sz="3150" b="1">
                <a:solidFill>
                  <a:srgbClr val="FFFFFF"/>
                </a:solidFill>
              </a:defRPr>
            </a:lvl3pPr>
            <a:lvl4pPr>
              <a:defRPr sz="3150" b="1">
                <a:solidFill>
                  <a:srgbClr val="FFFFFF"/>
                </a:solidFill>
              </a:defRPr>
            </a:lvl4pPr>
            <a:lvl5pPr>
              <a:defRPr sz="3150" b="1">
                <a:solidFill>
                  <a:srgbClr val="FFFFFF"/>
                </a:solidFill>
              </a:defRPr>
            </a:lvl5pPr>
            <a:lvl6pPr>
              <a:defRPr sz="3150" b="1">
                <a:solidFill>
                  <a:srgbClr val="FFFFFF"/>
                </a:solidFill>
              </a:defRPr>
            </a:lvl6pPr>
            <a:lvl7pPr>
              <a:defRPr sz="3150" b="1">
                <a:solidFill>
                  <a:srgbClr val="FFFFFF"/>
                </a:solidFill>
              </a:defRPr>
            </a:lvl7pPr>
            <a:lvl8pPr>
              <a:defRPr sz="3150" b="1">
                <a:solidFill>
                  <a:srgbClr val="FFFFFF"/>
                </a:solidFill>
              </a:defRPr>
            </a:lvl8pPr>
            <a:lvl9pPr>
              <a:defRPr sz="31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C · Shared and per-object controls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1E1FF7-96F3-45BF-A7B3-35C01929BB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bcd390d9764b27"/>
          <a:stretch xmlns:a="http://schemas.openxmlformats.org/drawingml/2006/main"/>
        </p:blipFill>
        <p:spPr>
          <a:xfrm xmlns:a="http://schemas.openxmlformats.org/drawingml/2006/main">
            <a:off x="609600" y="2163961"/>
            <a:ext cx="6191250" cy="3482578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6F1F1D-F863-4480-A0CE-57ED70477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95500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72D4C1"/>
                </a:solidFill>
              </a:defRPr>
            </a:defPPr>
            <a:lvl1pPr>
              <a:defRPr sz="1650" b="1">
                <a:solidFill>
                  <a:srgbClr val="72D4C1"/>
                </a:solidFill>
              </a:defRPr>
            </a:lvl1pPr>
            <a:lvl2pPr>
              <a:defRPr sz="1650" b="1">
                <a:solidFill>
                  <a:srgbClr val="72D4C1"/>
                </a:solidFill>
              </a:defRPr>
            </a:lvl2pPr>
            <a:lvl3pPr>
              <a:defRPr sz="1650" b="1">
                <a:solidFill>
                  <a:srgbClr val="72D4C1"/>
                </a:solidFill>
              </a:defRPr>
            </a:lvl3pPr>
            <a:lvl4pPr>
              <a:defRPr sz="1650" b="1">
                <a:solidFill>
                  <a:srgbClr val="72D4C1"/>
                </a:solidFill>
              </a:defRPr>
            </a:lvl4pPr>
            <a:lvl5pPr>
              <a:defRPr sz="1650" b="1">
                <a:solidFill>
                  <a:srgbClr val="72D4C1"/>
                </a:solidFill>
              </a:defRPr>
            </a:lvl5pPr>
            <a:lvl6pPr>
              <a:defRPr sz="1650" b="1">
                <a:solidFill>
                  <a:srgbClr val="72D4C1"/>
                </a:solidFill>
              </a:defRPr>
            </a:lvl6pPr>
            <a:lvl7pPr>
              <a:defRPr sz="1650" b="1">
                <a:solidFill>
                  <a:srgbClr val="72D4C1"/>
                </a:solidFill>
              </a:defRPr>
            </a:lvl7pPr>
            <a:lvl8pPr>
              <a:defRPr sz="1650" b="1">
                <a:solidFill>
                  <a:srgbClr val="72D4C1"/>
                </a:solidFill>
              </a:defRPr>
            </a:lvl8pPr>
            <a:lvl9pPr>
              <a:defRPr sz="1650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72D4C1"/>
                </a:solidFill>
              </a:defRPr>
            </a:pPr>
            <a:r>
              <a:rPr sz="1650" b="1">
                <a:solidFill>
                  <a:srgbClr val="72D4C1"/>
                </a:solidFill>
              </a:rPr>
              <a:t>TEST 1 · SHARED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516496-1E5F-44EC-A969-76BB9E9BD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05075"/>
            <a:ext cx="4286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FFFFFF"/>
                </a:solidFill>
              </a:defRPr>
            </a:defPPr>
            <a:lvl1pPr>
              <a:defRPr sz="1950" b="0">
                <a:solidFill>
                  <a:srgbClr val="FFFFFF"/>
                </a:solidFill>
              </a:defRPr>
            </a:lvl1pPr>
            <a:lvl2pPr>
              <a:defRPr sz="1950" b="0">
                <a:solidFill>
                  <a:srgbClr val="FFFFFF"/>
                </a:solidFill>
              </a:defRPr>
            </a:lvl2pPr>
            <a:lvl3pPr>
              <a:defRPr sz="1950" b="0">
                <a:solidFill>
                  <a:srgbClr val="FFFFFF"/>
                </a:solidFill>
              </a:defRPr>
            </a:lvl3pPr>
            <a:lvl4pPr>
              <a:defRPr sz="1950" b="0">
                <a:solidFill>
                  <a:srgbClr val="FFFFFF"/>
                </a:solidFill>
              </a:defRPr>
            </a:lvl4pPr>
            <a:lvl5pPr>
              <a:defRPr sz="1950" b="0">
                <a:solidFill>
                  <a:srgbClr val="FFFFFF"/>
                </a:solidFill>
              </a:defRPr>
            </a:lvl5pPr>
            <a:lvl6pPr>
              <a:defRPr sz="1950" b="0">
                <a:solidFill>
                  <a:srgbClr val="FFFFFF"/>
                </a:solidFill>
              </a:defRPr>
            </a:lvl6pPr>
            <a:lvl7pPr>
              <a:defRPr sz="1950" b="0">
                <a:solidFill>
                  <a:srgbClr val="FFFFFF"/>
                </a:solidFill>
              </a:defRPr>
            </a:lvl7pPr>
            <a:lvl8pPr>
              <a:defRPr sz="1950" b="0">
                <a:solidFill>
                  <a:srgbClr val="FFFFFF"/>
                </a:solidFill>
              </a:defRPr>
            </a:lvl8pPr>
            <a:lvl9pPr>
              <a:defRPr sz="195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FFFFFF"/>
                </a:solidFill>
              </a:defRPr>
            </a:pPr>
            <a:r>
              <a:rPr sz="1950" b="0">
                <a:solidFill>
                  <a:srgbClr val="FFFFFF"/>
                </a:solidFill>
              </a:rPr>
              <a:t>SharedRoughness: 0.2 → 0.8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3EE31F-7141-4653-B0F8-284C9D233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33750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72D4C1"/>
                </a:solidFill>
              </a:defRPr>
            </a:defPPr>
            <a:lvl1pPr>
              <a:defRPr sz="1650" b="1">
                <a:solidFill>
                  <a:srgbClr val="72D4C1"/>
                </a:solidFill>
              </a:defRPr>
            </a:lvl1pPr>
            <a:lvl2pPr>
              <a:defRPr sz="1650" b="1">
                <a:solidFill>
                  <a:srgbClr val="72D4C1"/>
                </a:solidFill>
              </a:defRPr>
            </a:lvl2pPr>
            <a:lvl3pPr>
              <a:defRPr sz="1650" b="1">
                <a:solidFill>
                  <a:srgbClr val="72D4C1"/>
                </a:solidFill>
              </a:defRPr>
            </a:lvl3pPr>
            <a:lvl4pPr>
              <a:defRPr sz="1650" b="1">
                <a:solidFill>
                  <a:srgbClr val="72D4C1"/>
                </a:solidFill>
              </a:defRPr>
            </a:lvl4pPr>
            <a:lvl5pPr>
              <a:defRPr sz="1650" b="1">
                <a:solidFill>
                  <a:srgbClr val="72D4C1"/>
                </a:solidFill>
              </a:defRPr>
            </a:lvl5pPr>
            <a:lvl6pPr>
              <a:defRPr sz="1650" b="1">
                <a:solidFill>
                  <a:srgbClr val="72D4C1"/>
                </a:solidFill>
              </a:defRPr>
            </a:lvl6pPr>
            <a:lvl7pPr>
              <a:defRPr sz="1650" b="1">
                <a:solidFill>
                  <a:srgbClr val="72D4C1"/>
                </a:solidFill>
              </a:defRPr>
            </a:lvl7pPr>
            <a:lvl8pPr>
              <a:defRPr sz="1650" b="1">
                <a:solidFill>
                  <a:srgbClr val="72D4C1"/>
                </a:solidFill>
              </a:defRPr>
            </a:lvl8pPr>
            <a:lvl9pPr>
              <a:defRPr sz="1650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72D4C1"/>
                </a:solidFill>
              </a:defRPr>
            </a:pPr>
            <a:r>
              <a:rPr sz="1650" b="1">
                <a:solidFill>
                  <a:srgbClr val="72D4C1"/>
                </a:solidFill>
              </a:rPr>
              <a:t>RESET, THEN TEST 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91928E-CCB5-4AB5-8FA8-2CA59795C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43325"/>
            <a:ext cx="4286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FFFFFF"/>
                </a:solidFill>
              </a:defRPr>
            </a:defPPr>
            <a:lvl1pPr>
              <a:defRPr sz="1950" b="0">
                <a:solidFill>
                  <a:srgbClr val="FFFFFF"/>
                </a:solidFill>
              </a:defRPr>
            </a:lvl1pPr>
            <a:lvl2pPr>
              <a:defRPr sz="1950" b="0">
                <a:solidFill>
                  <a:srgbClr val="FFFFFF"/>
                </a:solidFill>
              </a:defRPr>
            </a:lvl2pPr>
            <a:lvl3pPr>
              <a:defRPr sz="1950" b="0">
                <a:solidFill>
                  <a:srgbClr val="FFFFFF"/>
                </a:solidFill>
              </a:defRPr>
            </a:lvl3pPr>
            <a:lvl4pPr>
              <a:defRPr sz="1950" b="0">
                <a:solidFill>
                  <a:srgbClr val="FFFFFF"/>
                </a:solidFill>
              </a:defRPr>
            </a:lvl4pPr>
            <a:lvl5pPr>
              <a:defRPr sz="1950" b="0">
                <a:solidFill>
                  <a:srgbClr val="FFFFFF"/>
                </a:solidFill>
              </a:defRPr>
            </a:lvl5pPr>
            <a:lvl6pPr>
              <a:defRPr sz="1950" b="0">
                <a:solidFill>
                  <a:srgbClr val="FFFFFF"/>
                </a:solidFill>
              </a:defRPr>
            </a:lvl6pPr>
            <a:lvl7pPr>
              <a:defRPr sz="1950" b="0">
                <a:solidFill>
                  <a:srgbClr val="FFFFFF"/>
                </a:solidFill>
              </a:defRPr>
            </a:lvl7pPr>
            <a:lvl8pPr>
              <a:defRPr sz="1950" b="0">
                <a:solidFill>
                  <a:srgbClr val="FFFFFF"/>
                </a:solidFill>
              </a:defRPr>
            </a:lvl8pPr>
            <a:lvl9pPr>
              <a:defRPr sz="195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FFFFFF"/>
                </a:solidFill>
              </a:defRPr>
            </a:pPr>
            <a:r>
              <a:rPr sz="1950" b="0">
                <a:solidFill>
                  <a:srgbClr val="FFFFFF"/>
                </a:solidFill>
              </a:rPr>
              <a:t>Change one component’s RGB data: entries 0–2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588687-4C49-4A19-A7E2-C3D7BFD75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72000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72D4C1"/>
                </a:solidFill>
              </a:defRPr>
            </a:defPPr>
            <a:lvl1pPr>
              <a:defRPr sz="1650" b="1">
                <a:solidFill>
                  <a:srgbClr val="72D4C1"/>
                </a:solidFill>
              </a:defRPr>
            </a:lvl1pPr>
            <a:lvl2pPr>
              <a:defRPr sz="1650" b="1">
                <a:solidFill>
                  <a:srgbClr val="72D4C1"/>
                </a:solidFill>
              </a:defRPr>
            </a:lvl2pPr>
            <a:lvl3pPr>
              <a:defRPr sz="1650" b="1">
                <a:solidFill>
                  <a:srgbClr val="72D4C1"/>
                </a:solidFill>
              </a:defRPr>
            </a:lvl3pPr>
            <a:lvl4pPr>
              <a:defRPr sz="1650" b="1">
                <a:solidFill>
                  <a:srgbClr val="72D4C1"/>
                </a:solidFill>
              </a:defRPr>
            </a:lvl4pPr>
            <a:lvl5pPr>
              <a:defRPr sz="1650" b="1">
                <a:solidFill>
                  <a:srgbClr val="72D4C1"/>
                </a:solidFill>
              </a:defRPr>
            </a:lvl5pPr>
            <a:lvl6pPr>
              <a:defRPr sz="1650" b="1">
                <a:solidFill>
                  <a:srgbClr val="72D4C1"/>
                </a:solidFill>
              </a:defRPr>
            </a:lvl6pPr>
            <a:lvl7pPr>
              <a:defRPr sz="1650" b="1">
                <a:solidFill>
                  <a:srgbClr val="72D4C1"/>
                </a:solidFill>
              </a:defRPr>
            </a:lvl7pPr>
            <a:lvl8pPr>
              <a:defRPr sz="1650" b="1">
                <a:solidFill>
                  <a:srgbClr val="72D4C1"/>
                </a:solidFill>
              </a:defRPr>
            </a:lvl8pPr>
            <a:lvl9pPr>
              <a:defRPr sz="1650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72D4C1"/>
                </a:solidFill>
              </a:defRPr>
            </a:pPr>
            <a:r>
              <a:rPr sz="1650" b="1">
                <a:solidFill>
                  <a:srgbClr val="72D4C1"/>
                </a:solidFill>
              </a:rPr>
              <a:t>LOOK FOR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77E06E-D9B7-450E-BB83-1704E0821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81575"/>
            <a:ext cx="4286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FFFFFF"/>
                </a:solidFill>
              </a:defRPr>
            </a:defPPr>
            <a:lvl1pPr>
              <a:defRPr sz="1950" b="0">
                <a:solidFill>
                  <a:srgbClr val="FFFFFF"/>
                </a:solidFill>
              </a:defRPr>
            </a:lvl1pPr>
            <a:lvl2pPr>
              <a:defRPr sz="1950" b="0">
                <a:solidFill>
                  <a:srgbClr val="FFFFFF"/>
                </a:solidFill>
              </a:defRPr>
            </a:lvl2pPr>
            <a:lvl3pPr>
              <a:defRPr sz="1950" b="0">
                <a:solidFill>
                  <a:srgbClr val="FFFFFF"/>
                </a:solidFill>
              </a:defRPr>
            </a:lvl3pPr>
            <a:lvl4pPr>
              <a:defRPr sz="1950" b="0">
                <a:solidFill>
                  <a:srgbClr val="FFFFFF"/>
                </a:solidFill>
              </a:defRPr>
            </a:lvl4pPr>
            <a:lvl5pPr>
              <a:defRPr sz="1950" b="0">
                <a:solidFill>
                  <a:srgbClr val="FFFFFF"/>
                </a:solidFill>
              </a:defRPr>
            </a:lvl5pPr>
            <a:lvl6pPr>
              <a:defRPr sz="1950" b="0">
                <a:solidFill>
                  <a:srgbClr val="FFFFFF"/>
                </a:solidFill>
              </a:defRPr>
            </a:lvl6pPr>
            <a:lvl7pPr>
              <a:defRPr sz="1950" b="0">
                <a:solidFill>
                  <a:srgbClr val="FFFFFF"/>
                </a:solidFill>
              </a:defRPr>
            </a:lvl7pPr>
            <a:lvl8pPr>
              <a:defRPr sz="1950" b="0">
                <a:solidFill>
                  <a:srgbClr val="FFFFFF"/>
                </a:solidFill>
              </a:defRPr>
            </a:lvl8pPr>
            <a:lvl9pPr>
              <a:defRPr sz="195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FFFFFF"/>
                </a:solidFill>
              </a:defRPr>
            </a:pPr>
            <a:r>
              <a:rPr sz="1950" b="0">
                <a:solidFill>
                  <a:srgbClr val="FFFFFF"/>
                </a:solidFill>
              </a:rPr>
              <a:t>Three surfaces change; then only one changes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0EA8F0-B8E1-4359-A267-A7B47A0AE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72D4C1"/>
                </a:solidFill>
              </a:defRPr>
            </a:defPPr>
            <a:lvl1pPr>
              <a:defRPr sz="1725" b="1">
                <a:solidFill>
                  <a:srgbClr val="72D4C1"/>
                </a:solidFill>
              </a:defRPr>
            </a:lvl1pPr>
            <a:lvl2pPr>
              <a:defRPr sz="1725" b="1">
                <a:solidFill>
                  <a:srgbClr val="72D4C1"/>
                </a:solidFill>
              </a:defRPr>
            </a:lvl2pPr>
            <a:lvl3pPr>
              <a:defRPr sz="1725" b="1">
                <a:solidFill>
                  <a:srgbClr val="72D4C1"/>
                </a:solidFill>
              </a:defRPr>
            </a:lvl3pPr>
            <a:lvl4pPr>
              <a:defRPr sz="1725" b="1">
                <a:solidFill>
                  <a:srgbClr val="72D4C1"/>
                </a:solidFill>
              </a:defRPr>
            </a:lvl4pPr>
            <a:lvl5pPr>
              <a:defRPr sz="1725" b="1">
                <a:solidFill>
                  <a:srgbClr val="72D4C1"/>
                </a:solidFill>
              </a:defRPr>
            </a:lvl5pPr>
            <a:lvl6pPr>
              <a:defRPr sz="1725" b="1">
                <a:solidFill>
                  <a:srgbClr val="72D4C1"/>
                </a:solidFill>
              </a:defRPr>
            </a:lvl6pPr>
            <a:lvl7pPr>
              <a:defRPr sz="1725" b="1">
                <a:solidFill>
                  <a:srgbClr val="72D4C1"/>
                </a:solidFill>
              </a:defRPr>
            </a:lvl7pPr>
            <a:lvl8pPr>
              <a:defRPr sz="1725" b="1">
                <a:solidFill>
                  <a:srgbClr val="72D4C1"/>
                </a:solidFill>
              </a:defRPr>
            </a:lvl8pPr>
            <a:lvl9pPr>
              <a:defRPr sz="1725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72D4C1"/>
                </a:solidFill>
              </a:defRPr>
            </a:pPr>
            <a:r>
              <a:rPr sz="1725" b="1">
                <a:solidFill>
                  <a:srgbClr val="72D4C1"/>
                </a:solidFill>
              </a:rPr>
              <a:t>Which object owns each value?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FDC3A3-8C87-4506-8776-7EFF72140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C4D3E3"/>
                </a:solidFill>
              </a:defRPr>
            </a:defPPr>
            <a:lvl1pPr>
              <a:defRPr sz="1200" b="0">
                <a:solidFill>
                  <a:srgbClr val="C4D3E3"/>
                </a:solidFill>
              </a:defRPr>
            </a:lvl1pPr>
            <a:lvl2pPr>
              <a:defRPr sz="1200" b="0">
                <a:solidFill>
                  <a:srgbClr val="C4D3E3"/>
                </a:solidFill>
              </a:defRPr>
            </a:lvl2pPr>
            <a:lvl3pPr>
              <a:defRPr sz="1200" b="0">
                <a:solidFill>
                  <a:srgbClr val="C4D3E3"/>
                </a:solidFill>
              </a:defRPr>
            </a:lvl3pPr>
            <a:lvl4pPr>
              <a:defRPr sz="1200" b="0">
                <a:solidFill>
                  <a:srgbClr val="C4D3E3"/>
                </a:solidFill>
              </a:defRPr>
            </a:lvl4pPr>
            <a:lvl5pPr>
              <a:defRPr sz="1200" b="0">
                <a:solidFill>
                  <a:srgbClr val="C4D3E3"/>
                </a:solidFill>
              </a:defRPr>
            </a:lvl5pPr>
            <a:lvl6pPr>
              <a:defRPr sz="1200" b="0">
                <a:solidFill>
                  <a:srgbClr val="C4D3E3"/>
                </a:solidFill>
              </a:defRPr>
            </a:lvl6pPr>
            <a:lvl7pPr>
              <a:defRPr sz="1200" b="0">
                <a:solidFill>
                  <a:srgbClr val="C4D3E3"/>
                </a:solidFill>
              </a:defRPr>
            </a:lvl7pPr>
            <a:lvl8pPr>
              <a:defRPr sz="1200" b="0">
                <a:solidFill>
                  <a:srgbClr val="C4D3E3"/>
                </a:solidFill>
              </a:defRPr>
            </a:lvl8pPr>
            <a:lvl9pPr>
              <a:defRPr sz="1200" b="0">
                <a:solidFill>
                  <a:srgbClr val="C4D3E3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C4D3E3"/>
                </a:solidFill>
              </a:defRPr>
            </a:pPr>
            <a:r>
              <a:rPr sz="1200" b="0">
                <a:solidFill>
                  <a:srgbClr val="C4D3E3"/>
                </a:solidFill>
              </a:rPr>
              <a:t>LC</a:t>
            </a:r>
          </a:p>
        </p:txBody>
      </p:sp>
    </p:spTree>
    <p:extLst>
      <p:ext uri="{BB962C8B-B14F-4D97-AF65-F5344CB8AC3E}">
        <p14:creationId xmlns:p14="http://schemas.microsoft.com/office/powerpoint/2010/main" val="752356173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0A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526745-F465-4117-A2E4-26162EB85E9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255bb1310e431b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4CFC18-916A-4EB7-904A-1007BF4A0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B6A0FF"/>
                </a:solidFill>
              </a:defRPr>
            </a:defPPr>
            <a:lvl1pPr>
              <a:defRPr sz="1350" b="1">
                <a:solidFill>
                  <a:srgbClr val="B6A0FF"/>
                </a:solidFill>
              </a:defRPr>
            </a:lvl1pPr>
            <a:lvl2pPr>
              <a:defRPr sz="1350" b="1">
                <a:solidFill>
                  <a:srgbClr val="B6A0FF"/>
                </a:solidFill>
              </a:defRPr>
            </a:lvl2pPr>
            <a:lvl3pPr>
              <a:defRPr sz="1350" b="1">
                <a:solidFill>
                  <a:srgbClr val="B6A0FF"/>
                </a:solidFill>
              </a:defRPr>
            </a:lvl3pPr>
            <a:lvl4pPr>
              <a:defRPr sz="1350" b="1">
                <a:solidFill>
                  <a:srgbClr val="B6A0FF"/>
                </a:solidFill>
              </a:defRPr>
            </a:lvl4pPr>
            <a:lvl5pPr>
              <a:defRPr sz="1350" b="1">
                <a:solidFill>
                  <a:srgbClr val="B6A0FF"/>
                </a:solidFill>
              </a:defRPr>
            </a:lvl5pPr>
            <a:lvl6pPr>
              <a:defRPr sz="1350" b="1">
                <a:solidFill>
                  <a:srgbClr val="B6A0FF"/>
                </a:solidFill>
              </a:defRPr>
            </a:lvl6pPr>
            <a:lvl7pPr>
              <a:defRPr sz="1350" b="1">
                <a:solidFill>
                  <a:srgbClr val="B6A0FF"/>
                </a:solidFill>
              </a:defRPr>
            </a:lvl7pPr>
            <a:lvl8pPr>
              <a:defRPr sz="1350" b="1">
                <a:solidFill>
                  <a:srgbClr val="B6A0FF"/>
                </a:solidFill>
              </a:defRPr>
            </a:lvl8pPr>
            <a:lvl9pPr>
              <a:defRPr sz="1350" b="1">
                <a:solidFill>
                  <a:srgbClr val="B6A0FF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6A0FF"/>
                </a:solidFill>
              </a:defRPr>
            </a:pPr>
            <a:r>
              <a:rPr sz="1350" b="1">
                <a:solidFill>
                  <a:srgbClr val="B6A0FF"/>
                </a:solidFill>
              </a:rPr>
              <a:t>OPTIONAL LAB COMPANION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AA8250-F8ED-4FEE-9DE7-04A1004A7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FFFFF"/>
                </a:solidFill>
              </a:defRPr>
            </a:defPPr>
            <a:lvl1pPr>
              <a:defRPr sz="3150" b="1">
                <a:solidFill>
                  <a:srgbClr val="FFFFFF"/>
                </a:solidFill>
              </a:defRPr>
            </a:lvl1pPr>
            <a:lvl2pPr>
              <a:defRPr sz="3150" b="1">
                <a:solidFill>
                  <a:srgbClr val="FFFFFF"/>
                </a:solidFill>
              </a:defRPr>
            </a:lvl2pPr>
            <a:lvl3pPr>
              <a:defRPr sz="3150" b="1">
                <a:solidFill>
                  <a:srgbClr val="FFFFFF"/>
                </a:solidFill>
              </a:defRPr>
            </a:lvl3pPr>
            <a:lvl4pPr>
              <a:defRPr sz="3150" b="1">
                <a:solidFill>
                  <a:srgbClr val="FFFFFF"/>
                </a:solidFill>
              </a:defRPr>
            </a:lvl4pPr>
            <a:lvl5pPr>
              <a:defRPr sz="3150" b="1">
                <a:solidFill>
                  <a:srgbClr val="FFFFFF"/>
                </a:solidFill>
              </a:defRPr>
            </a:lvl5pPr>
            <a:lvl6pPr>
              <a:defRPr sz="3150" b="1">
                <a:solidFill>
                  <a:srgbClr val="FFFFFF"/>
                </a:solidFill>
              </a:defRPr>
            </a:lvl6pPr>
            <a:lvl7pPr>
              <a:defRPr sz="3150" b="1">
                <a:solidFill>
                  <a:srgbClr val="FFFFFF"/>
                </a:solidFill>
              </a:defRPr>
            </a:lvl7pPr>
            <a:lvl8pPr>
              <a:defRPr sz="3150" b="1">
                <a:solidFill>
                  <a:srgbClr val="FFFFFF"/>
                </a:solidFill>
              </a:defRPr>
            </a:lvl8pPr>
            <a:lvl9pPr>
              <a:defRPr sz="31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D · Decal surface response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52FE10-7D68-48DF-98CF-A10248C0FF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3408d0f02a4aba"/>
          <a:stretch xmlns:a="http://schemas.openxmlformats.org/drawingml/2006/main"/>
        </p:blipFill>
        <p:spPr>
          <a:xfrm xmlns:a="http://schemas.openxmlformats.org/drawingml/2006/main">
            <a:off x="609600" y="2163961"/>
            <a:ext cx="6191250" cy="3482578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8F2254-77C5-4D03-BEBB-BE2C6C93C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95500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72D4C1"/>
                </a:solidFill>
              </a:defRPr>
            </a:defPPr>
            <a:lvl1pPr>
              <a:defRPr sz="1650" b="1">
                <a:solidFill>
                  <a:srgbClr val="72D4C1"/>
                </a:solidFill>
              </a:defRPr>
            </a:lvl1pPr>
            <a:lvl2pPr>
              <a:defRPr sz="1650" b="1">
                <a:solidFill>
                  <a:srgbClr val="72D4C1"/>
                </a:solidFill>
              </a:defRPr>
            </a:lvl2pPr>
            <a:lvl3pPr>
              <a:defRPr sz="1650" b="1">
                <a:solidFill>
                  <a:srgbClr val="72D4C1"/>
                </a:solidFill>
              </a:defRPr>
            </a:lvl3pPr>
            <a:lvl4pPr>
              <a:defRPr sz="1650" b="1">
                <a:solidFill>
                  <a:srgbClr val="72D4C1"/>
                </a:solidFill>
              </a:defRPr>
            </a:lvl4pPr>
            <a:lvl5pPr>
              <a:defRPr sz="1650" b="1">
                <a:solidFill>
                  <a:srgbClr val="72D4C1"/>
                </a:solidFill>
              </a:defRPr>
            </a:lvl5pPr>
            <a:lvl6pPr>
              <a:defRPr sz="1650" b="1">
                <a:solidFill>
                  <a:srgbClr val="72D4C1"/>
                </a:solidFill>
              </a:defRPr>
            </a:lvl6pPr>
            <a:lvl7pPr>
              <a:defRPr sz="1650" b="1">
                <a:solidFill>
                  <a:srgbClr val="72D4C1"/>
                </a:solidFill>
              </a:defRPr>
            </a:lvl7pPr>
            <a:lvl8pPr>
              <a:defRPr sz="1650" b="1">
                <a:solidFill>
                  <a:srgbClr val="72D4C1"/>
                </a:solidFill>
              </a:defRPr>
            </a:lvl8pPr>
            <a:lvl9pPr>
              <a:defRPr sz="1650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72D4C1"/>
                </a:solidFill>
              </a:defRPr>
            </a:pPr>
            <a:r>
              <a:rPr sz="1650" b="1">
                <a:solidFill>
                  <a:srgbClr val="72D4C1"/>
                </a:solidFill>
              </a:rPr>
              <a:t>SET 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A5CBE0-602F-46FE-ABBA-2F914A264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05075"/>
            <a:ext cx="4286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FFFFFF"/>
                </a:solidFill>
              </a:defRPr>
            </a:defPPr>
            <a:lvl1pPr>
              <a:defRPr sz="1950" b="0">
                <a:solidFill>
                  <a:srgbClr val="FFFFFF"/>
                </a:solidFill>
              </a:defRPr>
            </a:lvl1pPr>
            <a:lvl2pPr>
              <a:defRPr sz="1950" b="0">
                <a:solidFill>
                  <a:srgbClr val="FFFFFF"/>
                </a:solidFill>
              </a:defRPr>
            </a:lvl2pPr>
            <a:lvl3pPr>
              <a:defRPr sz="1950" b="0">
                <a:solidFill>
                  <a:srgbClr val="FFFFFF"/>
                </a:solidFill>
              </a:defRPr>
            </a:lvl3pPr>
            <a:lvl4pPr>
              <a:defRPr sz="1950" b="0">
                <a:solidFill>
                  <a:srgbClr val="FFFFFF"/>
                </a:solidFill>
              </a:defRPr>
            </a:lvl4pPr>
            <a:lvl5pPr>
              <a:defRPr sz="1950" b="0">
                <a:solidFill>
                  <a:srgbClr val="FFFFFF"/>
                </a:solidFill>
              </a:defRPr>
            </a:lvl5pPr>
            <a:lvl6pPr>
              <a:defRPr sz="1950" b="0">
                <a:solidFill>
                  <a:srgbClr val="FFFFFF"/>
                </a:solidFill>
              </a:defRPr>
            </a:lvl6pPr>
            <a:lvl7pPr>
              <a:defRPr sz="1950" b="0">
                <a:solidFill>
                  <a:srgbClr val="FFFFFF"/>
                </a:solidFill>
              </a:defRPr>
            </a:lvl7pPr>
            <a:lvl8pPr>
              <a:defRPr sz="1950" b="0">
                <a:solidFill>
                  <a:srgbClr val="FFFFFF"/>
                </a:solidFill>
              </a:defRPr>
            </a:lvl8pPr>
            <a:lvl9pPr>
              <a:defRPr sz="195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FFFFFF"/>
                </a:solidFill>
              </a:defRPr>
            </a:pPr>
            <a:r>
              <a:rPr sz="1950" b="0">
                <a:solidFill>
                  <a:srgbClr val="FFFFFF"/>
                </a:solidFill>
              </a:rPr>
              <a:t>Assign a copy of MI_10_RoughnessDecal.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4D4199-D40F-4A1A-BBF5-E0579A2F0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33750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72D4C1"/>
                </a:solidFill>
              </a:defRPr>
            </a:defPPr>
            <a:lvl1pPr>
              <a:defRPr sz="1650" b="1">
                <a:solidFill>
                  <a:srgbClr val="72D4C1"/>
                </a:solidFill>
              </a:defRPr>
            </a:lvl1pPr>
            <a:lvl2pPr>
              <a:defRPr sz="1650" b="1">
                <a:solidFill>
                  <a:srgbClr val="72D4C1"/>
                </a:solidFill>
              </a:defRPr>
            </a:lvl2pPr>
            <a:lvl3pPr>
              <a:defRPr sz="1650" b="1">
                <a:solidFill>
                  <a:srgbClr val="72D4C1"/>
                </a:solidFill>
              </a:defRPr>
            </a:lvl3pPr>
            <a:lvl4pPr>
              <a:defRPr sz="1650" b="1">
                <a:solidFill>
                  <a:srgbClr val="72D4C1"/>
                </a:solidFill>
              </a:defRPr>
            </a:lvl4pPr>
            <a:lvl5pPr>
              <a:defRPr sz="1650" b="1">
                <a:solidFill>
                  <a:srgbClr val="72D4C1"/>
                </a:solidFill>
              </a:defRPr>
            </a:lvl5pPr>
            <a:lvl6pPr>
              <a:defRPr sz="1650" b="1">
                <a:solidFill>
                  <a:srgbClr val="72D4C1"/>
                </a:solidFill>
              </a:defRPr>
            </a:lvl6pPr>
            <a:lvl7pPr>
              <a:defRPr sz="1650" b="1">
                <a:solidFill>
                  <a:srgbClr val="72D4C1"/>
                </a:solidFill>
              </a:defRPr>
            </a:lvl7pPr>
            <a:lvl8pPr>
              <a:defRPr sz="1650" b="1">
                <a:solidFill>
                  <a:srgbClr val="72D4C1"/>
                </a:solidFill>
              </a:defRPr>
            </a:lvl8pPr>
            <a:lvl9pPr>
              <a:defRPr sz="1650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72D4C1"/>
                </a:solidFill>
              </a:defRPr>
            </a:pPr>
            <a:r>
              <a:rPr sz="1650" b="1">
                <a:solidFill>
                  <a:srgbClr val="72D4C1"/>
                </a:solidFill>
              </a:rPr>
              <a:t>COMPARE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85B067-E365-44DA-9BF5-F85D71C93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43325"/>
            <a:ext cx="4286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FFFFFF"/>
                </a:solidFill>
              </a:defRPr>
            </a:defPPr>
            <a:lvl1pPr>
              <a:defRPr sz="1950" b="0">
                <a:solidFill>
                  <a:srgbClr val="FFFFFF"/>
                </a:solidFill>
              </a:defRPr>
            </a:lvl1pPr>
            <a:lvl2pPr>
              <a:defRPr sz="1950" b="0">
                <a:solidFill>
                  <a:srgbClr val="FFFFFF"/>
                </a:solidFill>
              </a:defRPr>
            </a:lvl2pPr>
            <a:lvl3pPr>
              <a:defRPr sz="1950" b="0">
                <a:solidFill>
                  <a:srgbClr val="FFFFFF"/>
                </a:solidFill>
              </a:defRPr>
            </a:lvl3pPr>
            <a:lvl4pPr>
              <a:defRPr sz="1950" b="0">
                <a:solidFill>
                  <a:srgbClr val="FFFFFF"/>
                </a:solidFill>
              </a:defRPr>
            </a:lvl4pPr>
            <a:lvl5pPr>
              <a:defRPr sz="1950" b="0">
                <a:solidFill>
                  <a:srgbClr val="FFFFFF"/>
                </a:solidFill>
              </a:defRPr>
            </a:lvl5pPr>
            <a:lvl6pPr>
              <a:defRPr sz="1950" b="0">
                <a:solidFill>
                  <a:srgbClr val="FFFFFF"/>
                </a:solidFill>
              </a:defRPr>
            </a:lvl6pPr>
            <a:lvl7pPr>
              <a:defRPr sz="1950" b="0">
                <a:solidFill>
                  <a:srgbClr val="FFFFFF"/>
                </a:solidFill>
              </a:defRPr>
            </a:lvl7pPr>
            <a:lvl8pPr>
              <a:defRPr sz="1950" b="0">
                <a:solidFill>
                  <a:srgbClr val="FFFFFF"/>
                </a:solidFill>
              </a:defRPr>
            </a:lvl8pPr>
            <a:lvl9pPr>
              <a:defRPr sz="195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FFFFFF"/>
                </a:solidFill>
              </a:defRPr>
            </a:pPr>
            <a:r>
              <a:rPr sz="1950" b="0">
                <a:solidFill>
                  <a:srgbClr val="FFFFFF"/>
                </a:solidFill>
              </a:rPr>
              <a:t>Roughness: 0.03 → 0.8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B365BB-A84C-4AF6-BCD8-AE37FF634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72000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72D4C1"/>
                </a:solidFill>
              </a:defRPr>
            </a:defPPr>
            <a:lvl1pPr>
              <a:defRPr sz="1650" b="1">
                <a:solidFill>
                  <a:srgbClr val="72D4C1"/>
                </a:solidFill>
              </a:defRPr>
            </a:lvl1pPr>
            <a:lvl2pPr>
              <a:defRPr sz="1650" b="1">
                <a:solidFill>
                  <a:srgbClr val="72D4C1"/>
                </a:solidFill>
              </a:defRPr>
            </a:lvl2pPr>
            <a:lvl3pPr>
              <a:defRPr sz="1650" b="1">
                <a:solidFill>
                  <a:srgbClr val="72D4C1"/>
                </a:solidFill>
              </a:defRPr>
            </a:lvl3pPr>
            <a:lvl4pPr>
              <a:defRPr sz="1650" b="1">
                <a:solidFill>
                  <a:srgbClr val="72D4C1"/>
                </a:solidFill>
              </a:defRPr>
            </a:lvl4pPr>
            <a:lvl5pPr>
              <a:defRPr sz="1650" b="1">
                <a:solidFill>
                  <a:srgbClr val="72D4C1"/>
                </a:solidFill>
              </a:defRPr>
            </a:lvl5pPr>
            <a:lvl6pPr>
              <a:defRPr sz="1650" b="1">
                <a:solidFill>
                  <a:srgbClr val="72D4C1"/>
                </a:solidFill>
              </a:defRPr>
            </a:lvl6pPr>
            <a:lvl7pPr>
              <a:defRPr sz="1650" b="1">
                <a:solidFill>
                  <a:srgbClr val="72D4C1"/>
                </a:solidFill>
              </a:defRPr>
            </a:lvl7pPr>
            <a:lvl8pPr>
              <a:defRPr sz="1650" b="1">
                <a:solidFill>
                  <a:srgbClr val="72D4C1"/>
                </a:solidFill>
              </a:defRPr>
            </a:lvl8pPr>
            <a:lvl9pPr>
              <a:defRPr sz="1650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72D4C1"/>
                </a:solidFill>
              </a:defRPr>
            </a:pPr>
            <a:r>
              <a:rPr sz="1650" b="1">
                <a:solidFill>
                  <a:srgbClr val="72D4C1"/>
                </a:solidFill>
              </a:rPr>
              <a:t>LOOK FOR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EB42C0-5802-4D5C-8534-85A7189A4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81575"/>
            <a:ext cx="4286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FFFFFF"/>
                </a:solidFill>
              </a:defRPr>
            </a:defPPr>
            <a:lvl1pPr>
              <a:defRPr sz="1950" b="0">
                <a:solidFill>
                  <a:srgbClr val="FFFFFF"/>
                </a:solidFill>
              </a:defRPr>
            </a:lvl1pPr>
            <a:lvl2pPr>
              <a:defRPr sz="1950" b="0">
                <a:solidFill>
                  <a:srgbClr val="FFFFFF"/>
                </a:solidFill>
              </a:defRPr>
            </a:lvl2pPr>
            <a:lvl3pPr>
              <a:defRPr sz="1950" b="0">
                <a:solidFill>
                  <a:srgbClr val="FFFFFF"/>
                </a:solidFill>
              </a:defRPr>
            </a:lvl3pPr>
            <a:lvl4pPr>
              <a:defRPr sz="1950" b="0">
                <a:solidFill>
                  <a:srgbClr val="FFFFFF"/>
                </a:solidFill>
              </a:defRPr>
            </a:lvl4pPr>
            <a:lvl5pPr>
              <a:defRPr sz="1950" b="0">
                <a:solidFill>
                  <a:srgbClr val="FFFFFF"/>
                </a:solidFill>
              </a:defRPr>
            </a:lvl5pPr>
            <a:lvl6pPr>
              <a:defRPr sz="1950" b="0">
                <a:solidFill>
                  <a:srgbClr val="FFFFFF"/>
                </a:solidFill>
              </a:defRPr>
            </a:lvl6pPr>
            <a:lvl7pPr>
              <a:defRPr sz="1950" b="0">
                <a:solidFill>
                  <a:srgbClr val="FFFFFF"/>
                </a:solidFill>
              </a:defRPr>
            </a:lvl7pPr>
            <a:lvl8pPr>
              <a:defRPr sz="1950" b="0">
                <a:solidFill>
                  <a:srgbClr val="FFFFFF"/>
                </a:solidFill>
              </a:defRPr>
            </a:lvl8pPr>
            <a:lvl9pPr>
              <a:defRPr sz="195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FFFFFF"/>
                </a:solidFill>
              </a:defRPr>
            </a:pPr>
            <a:r>
              <a:rPr sz="1950" b="0">
                <a:solidFill>
                  <a:srgbClr val="FFFFFF"/>
                </a:solidFill>
              </a:rPr>
              <a:t>Changed reflections inside the projection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FCEDC4-1D7E-4C52-8933-F4DE379AC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72D4C1"/>
                </a:solidFill>
              </a:defRPr>
            </a:defPPr>
            <a:lvl1pPr>
              <a:defRPr sz="1725" b="1">
                <a:solidFill>
                  <a:srgbClr val="72D4C1"/>
                </a:solidFill>
              </a:defRPr>
            </a:lvl1pPr>
            <a:lvl2pPr>
              <a:defRPr sz="1725" b="1">
                <a:solidFill>
                  <a:srgbClr val="72D4C1"/>
                </a:solidFill>
              </a:defRPr>
            </a:lvl2pPr>
            <a:lvl3pPr>
              <a:defRPr sz="1725" b="1">
                <a:solidFill>
                  <a:srgbClr val="72D4C1"/>
                </a:solidFill>
              </a:defRPr>
            </a:lvl3pPr>
            <a:lvl4pPr>
              <a:defRPr sz="1725" b="1">
                <a:solidFill>
                  <a:srgbClr val="72D4C1"/>
                </a:solidFill>
              </a:defRPr>
            </a:lvl4pPr>
            <a:lvl5pPr>
              <a:defRPr sz="1725" b="1">
                <a:solidFill>
                  <a:srgbClr val="72D4C1"/>
                </a:solidFill>
              </a:defRPr>
            </a:lvl5pPr>
            <a:lvl6pPr>
              <a:defRPr sz="1725" b="1">
                <a:solidFill>
                  <a:srgbClr val="72D4C1"/>
                </a:solidFill>
              </a:defRPr>
            </a:lvl6pPr>
            <a:lvl7pPr>
              <a:defRPr sz="1725" b="1">
                <a:solidFill>
                  <a:srgbClr val="72D4C1"/>
                </a:solidFill>
              </a:defRPr>
            </a:lvl7pPr>
            <a:lvl8pPr>
              <a:defRPr sz="1725" b="1">
                <a:solidFill>
                  <a:srgbClr val="72D4C1"/>
                </a:solidFill>
              </a:defRPr>
            </a:lvl8pPr>
            <a:lvl9pPr>
              <a:defRPr sz="1725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72D4C1"/>
                </a:solidFill>
              </a:defRPr>
            </a:pPr>
            <a:r>
              <a:rPr sz="1725" b="1">
                <a:solidFill>
                  <a:srgbClr val="72D4C1"/>
                </a:solidFill>
              </a:rPr>
              <a:t>Can a decal change a surface without adding a color patch?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525252-7411-4ECD-9805-6F2EE32C6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C4D3E3"/>
                </a:solidFill>
              </a:defRPr>
            </a:defPPr>
            <a:lvl1pPr>
              <a:defRPr sz="1200" b="0">
                <a:solidFill>
                  <a:srgbClr val="C4D3E3"/>
                </a:solidFill>
              </a:defRPr>
            </a:lvl1pPr>
            <a:lvl2pPr>
              <a:defRPr sz="1200" b="0">
                <a:solidFill>
                  <a:srgbClr val="C4D3E3"/>
                </a:solidFill>
              </a:defRPr>
            </a:lvl2pPr>
            <a:lvl3pPr>
              <a:defRPr sz="1200" b="0">
                <a:solidFill>
                  <a:srgbClr val="C4D3E3"/>
                </a:solidFill>
              </a:defRPr>
            </a:lvl3pPr>
            <a:lvl4pPr>
              <a:defRPr sz="1200" b="0">
                <a:solidFill>
                  <a:srgbClr val="C4D3E3"/>
                </a:solidFill>
              </a:defRPr>
            </a:lvl4pPr>
            <a:lvl5pPr>
              <a:defRPr sz="1200" b="0">
                <a:solidFill>
                  <a:srgbClr val="C4D3E3"/>
                </a:solidFill>
              </a:defRPr>
            </a:lvl5pPr>
            <a:lvl6pPr>
              <a:defRPr sz="1200" b="0">
                <a:solidFill>
                  <a:srgbClr val="C4D3E3"/>
                </a:solidFill>
              </a:defRPr>
            </a:lvl6pPr>
            <a:lvl7pPr>
              <a:defRPr sz="1200" b="0">
                <a:solidFill>
                  <a:srgbClr val="C4D3E3"/>
                </a:solidFill>
              </a:defRPr>
            </a:lvl7pPr>
            <a:lvl8pPr>
              <a:defRPr sz="1200" b="0">
                <a:solidFill>
                  <a:srgbClr val="C4D3E3"/>
                </a:solidFill>
              </a:defRPr>
            </a:lvl8pPr>
            <a:lvl9pPr>
              <a:defRPr sz="1200" b="0">
                <a:solidFill>
                  <a:srgbClr val="C4D3E3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C4D3E3"/>
                </a:solidFill>
              </a:defRPr>
            </a:pPr>
            <a:r>
              <a:rPr sz="1200" b="0">
                <a:solidFill>
                  <a:srgbClr val="C4D3E3"/>
                </a:solidFill>
              </a:rPr>
              <a:t>LD</a:t>
            </a:r>
          </a:p>
        </p:txBody>
      </p:sp>
    </p:spTree>
    <p:extLst>
      <p:ext uri="{BB962C8B-B14F-4D97-AF65-F5344CB8AC3E}">
        <p14:creationId xmlns:p14="http://schemas.microsoft.com/office/powerpoint/2010/main" val="1176289745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0A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AF9C50-4582-4EF6-98F0-24C0BF4EE83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c16b3a715e4bcb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42789F-75D1-4F6C-9385-0452FB73E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B6A0FF"/>
                </a:solidFill>
              </a:defRPr>
            </a:defPPr>
            <a:lvl1pPr>
              <a:defRPr sz="1350" b="1">
                <a:solidFill>
                  <a:srgbClr val="B6A0FF"/>
                </a:solidFill>
              </a:defRPr>
            </a:lvl1pPr>
            <a:lvl2pPr>
              <a:defRPr sz="1350" b="1">
                <a:solidFill>
                  <a:srgbClr val="B6A0FF"/>
                </a:solidFill>
              </a:defRPr>
            </a:lvl2pPr>
            <a:lvl3pPr>
              <a:defRPr sz="1350" b="1">
                <a:solidFill>
                  <a:srgbClr val="B6A0FF"/>
                </a:solidFill>
              </a:defRPr>
            </a:lvl3pPr>
            <a:lvl4pPr>
              <a:defRPr sz="1350" b="1">
                <a:solidFill>
                  <a:srgbClr val="B6A0FF"/>
                </a:solidFill>
              </a:defRPr>
            </a:lvl4pPr>
            <a:lvl5pPr>
              <a:defRPr sz="1350" b="1">
                <a:solidFill>
                  <a:srgbClr val="B6A0FF"/>
                </a:solidFill>
              </a:defRPr>
            </a:lvl5pPr>
            <a:lvl6pPr>
              <a:defRPr sz="1350" b="1">
                <a:solidFill>
                  <a:srgbClr val="B6A0FF"/>
                </a:solidFill>
              </a:defRPr>
            </a:lvl6pPr>
            <a:lvl7pPr>
              <a:defRPr sz="1350" b="1">
                <a:solidFill>
                  <a:srgbClr val="B6A0FF"/>
                </a:solidFill>
              </a:defRPr>
            </a:lvl7pPr>
            <a:lvl8pPr>
              <a:defRPr sz="1350" b="1">
                <a:solidFill>
                  <a:srgbClr val="B6A0FF"/>
                </a:solidFill>
              </a:defRPr>
            </a:lvl8pPr>
            <a:lvl9pPr>
              <a:defRPr sz="1350" b="1">
                <a:solidFill>
                  <a:srgbClr val="B6A0FF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6A0FF"/>
                </a:solidFill>
              </a:defRPr>
            </a:pPr>
            <a:r>
              <a:rPr sz="1350" b="1">
                <a:solidFill>
                  <a:srgbClr val="B6A0FF"/>
                </a:solidFill>
              </a:rPr>
              <a:t>OPTIONAL LAB COMPANION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B6153A-E141-4041-9A40-460B67606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FFFFF"/>
                </a:solidFill>
              </a:defRPr>
            </a:defPPr>
            <a:lvl1pPr>
              <a:defRPr sz="3150" b="1">
                <a:solidFill>
                  <a:srgbClr val="FFFFFF"/>
                </a:solidFill>
              </a:defRPr>
            </a:lvl1pPr>
            <a:lvl2pPr>
              <a:defRPr sz="3150" b="1">
                <a:solidFill>
                  <a:srgbClr val="FFFFFF"/>
                </a:solidFill>
              </a:defRPr>
            </a:lvl2pPr>
            <a:lvl3pPr>
              <a:defRPr sz="3150" b="1">
                <a:solidFill>
                  <a:srgbClr val="FFFFFF"/>
                </a:solidFill>
              </a:defRPr>
            </a:lvl3pPr>
            <a:lvl4pPr>
              <a:defRPr sz="3150" b="1">
                <a:solidFill>
                  <a:srgbClr val="FFFFFF"/>
                </a:solidFill>
              </a:defRPr>
            </a:lvl4pPr>
            <a:lvl5pPr>
              <a:defRPr sz="3150" b="1">
                <a:solidFill>
                  <a:srgbClr val="FFFFFF"/>
                </a:solidFill>
              </a:defRPr>
            </a:lvl5pPr>
            <a:lvl6pPr>
              <a:defRPr sz="3150" b="1">
                <a:solidFill>
                  <a:srgbClr val="FFFFFF"/>
                </a:solidFill>
              </a:defRPr>
            </a:lvl6pPr>
            <a:lvl7pPr>
              <a:defRPr sz="3150" b="1">
                <a:solidFill>
                  <a:srgbClr val="FFFFFF"/>
                </a:solidFill>
              </a:defRPr>
            </a:lvl7pPr>
            <a:lvl8pPr>
              <a:defRPr sz="3150" b="1">
                <a:solidFill>
                  <a:srgbClr val="FFFFFF"/>
                </a:solidFill>
              </a:defRPr>
            </a:lvl8pPr>
            <a:lvl9pPr>
              <a:defRPr sz="31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Optional · Parallax depth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0E10CF-60A7-4DAB-951D-2DA8D2936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72D4C1"/>
                </a:solidFill>
              </a:defRPr>
            </a:defPPr>
            <a:lvl1pPr>
              <a:defRPr sz="1650" b="1">
                <a:solidFill>
                  <a:srgbClr val="72D4C1"/>
                </a:solidFill>
              </a:defRPr>
            </a:lvl1pPr>
            <a:lvl2pPr>
              <a:defRPr sz="1650" b="1">
                <a:solidFill>
                  <a:srgbClr val="72D4C1"/>
                </a:solidFill>
              </a:defRPr>
            </a:lvl2pPr>
            <a:lvl3pPr>
              <a:defRPr sz="1650" b="1">
                <a:solidFill>
                  <a:srgbClr val="72D4C1"/>
                </a:solidFill>
              </a:defRPr>
            </a:lvl3pPr>
            <a:lvl4pPr>
              <a:defRPr sz="1650" b="1">
                <a:solidFill>
                  <a:srgbClr val="72D4C1"/>
                </a:solidFill>
              </a:defRPr>
            </a:lvl4pPr>
            <a:lvl5pPr>
              <a:defRPr sz="1650" b="1">
                <a:solidFill>
                  <a:srgbClr val="72D4C1"/>
                </a:solidFill>
              </a:defRPr>
            </a:lvl5pPr>
            <a:lvl6pPr>
              <a:defRPr sz="1650" b="1">
                <a:solidFill>
                  <a:srgbClr val="72D4C1"/>
                </a:solidFill>
              </a:defRPr>
            </a:lvl6pPr>
            <a:lvl7pPr>
              <a:defRPr sz="1650" b="1">
                <a:solidFill>
                  <a:srgbClr val="72D4C1"/>
                </a:solidFill>
              </a:defRPr>
            </a:lvl7pPr>
            <a:lvl8pPr>
              <a:defRPr sz="1650" b="1">
                <a:solidFill>
                  <a:srgbClr val="72D4C1"/>
                </a:solidFill>
              </a:defRPr>
            </a:lvl8pPr>
            <a:lvl9pPr>
              <a:defRPr sz="1650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72D4C1"/>
                </a:solidFill>
              </a:defRPr>
            </a:pPr>
            <a:r>
              <a:rPr sz="1650" b="1">
                <a:solidFill>
                  <a:srgbClr val="72D4C1"/>
                </a:solidFill>
              </a:rPr>
              <a:t>SET 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449D90-2AE2-41D7-A6E9-B4CEEAF46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05075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FFFFFF"/>
                </a:solidFill>
              </a:defRPr>
            </a:defPPr>
            <a:lvl1pPr>
              <a:defRPr sz="2175" b="0">
                <a:solidFill>
                  <a:srgbClr val="FFFFFF"/>
                </a:solidFill>
              </a:defRPr>
            </a:lvl1pPr>
            <a:lvl2pPr>
              <a:defRPr sz="2175" b="0">
                <a:solidFill>
                  <a:srgbClr val="FFFFFF"/>
                </a:solidFill>
              </a:defRPr>
            </a:lvl2pPr>
            <a:lvl3pPr>
              <a:defRPr sz="2175" b="0">
                <a:solidFill>
                  <a:srgbClr val="FFFFFF"/>
                </a:solidFill>
              </a:defRPr>
            </a:lvl3pPr>
            <a:lvl4pPr>
              <a:defRPr sz="2175" b="0">
                <a:solidFill>
                  <a:srgbClr val="FFFFFF"/>
                </a:solidFill>
              </a:defRPr>
            </a:lvl4pPr>
            <a:lvl5pPr>
              <a:defRPr sz="2175" b="0">
                <a:solidFill>
                  <a:srgbClr val="FFFFFF"/>
                </a:solidFill>
              </a:defRPr>
            </a:lvl5pPr>
            <a:lvl6pPr>
              <a:defRPr sz="2175" b="0">
                <a:solidFill>
                  <a:srgbClr val="FFFFFF"/>
                </a:solidFill>
              </a:defRPr>
            </a:lvl6pPr>
            <a:lvl7pPr>
              <a:defRPr sz="2175" b="0">
                <a:solidFill>
                  <a:srgbClr val="FFFFFF"/>
                </a:solidFill>
              </a:defRPr>
            </a:lvl7pPr>
            <a:lvl8pPr>
              <a:defRPr sz="2175" b="0">
                <a:solidFill>
                  <a:srgbClr val="FFFFFF"/>
                </a:solidFill>
              </a:defRPr>
            </a:lvl8pPr>
            <a:lvl9pPr>
              <a:defRPr sz="217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FFFFFF"/>
                </a:solidFill>
              </a:defRPr>
            </a:pPr>
            <a:r>
              <a:rPr sz="2175" b="0">
                <a:solidFill>
                  <a:srgbClr val="FFFFFF"/>
                </a:solidFill>
              </a:rPr>
              <a:t>Station 07 · duplicate and assign the POM instance.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48F44E-29C9-48D9-B575-5A4EB10D5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72D4C1"/>
                </a:solidFill>
              </a:defRPr>
            </a:defPPr>
            <a:lvl1pPr>
              <a:defRPr sz="1650" b="1">
                <a:solidFill>
                  <a:srgbClr val="72D4C1"/>
                </a:solidFill>
              </a:defRPr>
            </a:lvl1pPr>
            <a:lvl2pPr>
              <a:defRPr sz="1650" b="1">
                <a:solidFill>
                  <a:srgbClr val="72D4C1"/>
                </a:solidFill>
              </a:defRPr>
            </a:lvl2pPr>
            <a:lvl3pPr>
              <a:defRPr sz="1650" b="1">
                <a:solidFill>
                  <a:srgbClr val="72D4C1"/>
                </a:solidFill>
              </a:defRPr>
            </a:lvl3pPr>
            <a:lvl4pPr>
              <a:defRPr sz="1650" b="1">
                <a:solidFill>
                  <a:srgbClr val="72D4C1"/>
                </a:solidFill>
              </a:defRPr>
            </a:lvl4pPr>
            <a:lvl5pPr>
              <a:defRPr sz="1650" b="1">
                <a:solidFill>
                  <a:srgbClr val="72D4C1"/>
                </a:solidFill>
              </a:defRPr>
            </a:lvl5pPr>
            <a:lvl6pPr>
              <a:defRPr sz="1650" b="1">
                <a:solidFill>
                  <a:srgbClr val="72D4C1"/>
                </a:solidFill>
              </a:defRPr>
            </a:lvl6pPr>
            <a:lvl7pPr>
              <a:defRPr sz="1650" b="1">
                <a:solidFill>
                  <a:srgbClr val="72D4C1"/>
                </a:solidFill>
              </a:defRPr>
            </a:lvl7pPr>
            <a:lvl8pPr>
              <a:defRPr sz="1650" b="1">
                <a:solidFill>
                  <a:srgbClr val="72D4C1"/>
                </a:solidFill>
              </a:defRPr>
            </a:lvl8pPr>
            <a:lvl9pPr>
              <a:defRPr sz="1650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72D4C1"/>
                </a:solidFill>
              </a:defRPr>
            </a:pPr>
            <a:r>
              <a:rPr sz="1650" b="1">
                <a:solidFill>
                  <a:srgbClr val="72D4C1"/>
                </a:solidFill>
              </a:rPr>
              <a:t>COMPARE CLOSE TO THE SURFACE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09127-1F00-4C87-B574-E68D0217E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3325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FFFFFF"/>
                </a:solidFill>
              </a:defRPr>
            </a:defPPr>
            <a:lvl1pPr>
              <a:defRPr sz="2175" b="0">
                <a:solidFill>
                  <a:srgbClr val="FFFFFF"/>
                </a:solidFill>
              </a:defRPr>
            </a:lvl1pPr>
            <a:lvl2pPr>
              <a:defRPr sz="2175" b="0">
                <a:solidFill>
                  <a:srgbClr val="FFFFFF"/>
                </a:solidFill>
              </a:defRPr>
            </a:lvl2pPr>
            <a:lvl3pPr>
              <a:defRPr sz="2175" b="0">
                <a:solidFill>
                  <a:srgbClr val="FFFFFF"/>
                </a:solidFill>
              </a:defRPr>
            </a:lvl3pPr>
            <a:lvl4pPr>
              <a:defRPr sz="2175" b="0">
                <a:solidFill>
                  <a:srgbClr val="FFFFFF"/>
                </a:solidFill>
              </a:defRPr>
            </a:lvl4pPr>
            <a:lvl5pPr>
              <a:defRPr sz="2175" b="0">
                <a:solidFill>
                  <a:srgbClr val="FFFFFF"/>
                </a:solidFill>
              </a:defRPr>
            </a:lvl5pPr>
            <a:lvl6pPr>
              <a:defRPr sz="2175" b="0">
                <a:solidFill>
                  <a:srgbClr val="FFFFFF"/>
                </a:solidFill>
              </a:defRPr>
            </a:lvl6pPr>
            <a:lvl7pPr>
              <a:defRPr sz="2175" b="0">
                <a:solidFill>
                  <a:srgbClr val="FFFFFF"/>
                </a:solidFill>
              </a:defRPr>
            </a:lvl7pPr>
            <a:lvl8pPr>
              <a:defRPr sz="2175" b="0">
                <a:solidFill>
                  <a:srgbClr val="FFFFFF"/>
                </a:solidFill>
              </a:defRPr>
            </a:lvl8pPr>
            <a:lvl9pPr>
              <a:defRPr sz="217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FFFFFF"/>
                </a:solidFill>
              </a:defRPr>
            </a:pPr>
            <a:r>
              <a:rPr sz="2175" b="0">
                <a:solidFill>
                  <a:srgbClr val="FFFFFF"/>
                </a:solidFill>
              </a:rPr>
              <a:t>POM | Near Height: 0.00 → 0.04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B7304F-E51A-4DF9-AA4A-DE66EDB85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72D4C1"/>
                </a:solidFill>
              </a:defRPr>
            </a:defPPr>
            <a:lvl1pPr>
              <a:defRPr sz="1650" b="1">
                <a:solidFill>
                  <a:srgbClr val="72D4C1"/>
                </a:solidFill>
              </a:defRPr>
            </a:lvl1pPr>
            <a:lvl2pPr>
              <a:defRPr sz="1650" b="1">
                <a:solidFill>
                  <a:srgbClr val="72D4C1"/>
                </a:solidFill>
              </a:defRPr>
            </a:lvl2pPr>
            <a:lvl3pPr>
              <a:defRPr sz="1650" b="1">
                <a:solidFill>
                  <a:srgbClr val="72D4C1"/>
                </a:solidFill>
              </a:defRPr>
            </a:lvl3pPr>
            <a:lvl4pPr>
              <a:defRPr sz="1650" b="1">
                <a:solidFill>
                  <a:srgbClr val="72D4C1"/>
                </a:solidFill>
              </a:defRPr>
            </a:lvl4pPr>
            <a:lvl5pPr>
              <a:defRPr sz="1650" b="1">
                <a:solidFill>
                  <a:srgbClr val="72D4C1"/>
                </a:solidFill>
              </a:defRPr>
            </a:lvl5pPr>
            <a:lvl6pPr>
              <a:defRPr sz="1650" b="1">
                <a:solidFill>
                  <a:srgbClr val="72D4C1"/>
                </a:solidFill>
              </a:defRPr>
            </a:lvl6pPr>
            <a:lvl7pPr>
              <a:defRPr sz="1650" b="1">
                <a:solidFill>
                  <a:srgbClr val="72D4C1"/>
                </a:solidFill>
              </a:defRPr>
            </a:lvl7pPr>
            <a:lvl8pPr>
              <a:defRPr sz="1650" b="1">
                <a:solidFill>
                  <a:srgbClr val="72D4C1"/>
                </a:solidFill>
              </a:defRPr>
            </a:lvl8pPr>
            <a:lvl9pPr>
              <a:defRPr sz="1650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72D4C1"/>
                </a:solidFill>
              </a:defRPr>
            </a:pPr>
            <a:r>
              <a:rPr sz="1650" b="1">
                <a:solidFill>
                  <a:srgbClr val="72D4C1"/>
                </a:solidFill>
              </a:rPr>
              <a:t>LOOK FOR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5F9B69-73F3-49B7-969B-DDF769881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81575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FFFFFF"/>
                </a:solidFill>
              </a:defRPr>
            </a:defPPr>
            <a:lvl1pPr>
              <a:defRPr sz="2175" b="0">
                <a:solidFill>
                  <a:srgbClr val="FFFFFF"/>
                </a:solidFill>
              </a:defRPr>
            </a:lvl1pPr>
            <a:lvl2pPr>
              <a:defRPr sz="2175" b="0">
                <a:solidFill>
                  <a:srgbClr val="FFFFFF"/>
                </a:solidFill>
              </a:defRPr>
            </a:lvl2pPr>
            <a:lvl3pPr>
              <a:defRPr sz="2175" b="0">
                <a:solidFill>
                  <a:srgbClr val="FFFFFF"/>
                </a:solidFill>
              </a:defRPr>
            </a:lvl3pPr>
            <a:lvl4pPr>
              <a:defRPr sz="2175" b="0">
                <a:solidFill>
                  <a:srgbClr val="FFFFFF"/>
                </a:solidFill>
              </a:defRPr>
            </a:lvl4pPr>
            <a:lvl5pPr>
              <a:defRPr sz="2175" b="0">
                <a:solidFill>
                  <a:srgbClr val="FFFFFF"/>
                </a:solidFill>
              </a:defRPr>
            </a:lvl5pPr>
            <a:lvl6pPr>
              <a:defRPr sz="2175" b="0">
                <a:solidFill>
                  <a:srgbClr val="FFFFFF"/>
                </a:solidFill>
              </a:defRPr>
            </a:lvl6pPr>
            <a:lvl7pPr>
              <a:defRPr sz="2175" b="0">
                <a:solidFill>
                  <a:srgbClr val="FFFFFF"/>
                </a:solidFill>
              </a:defRPr>
            </a:lvl7pPr>
            <a:lvl8pPr>
              <a:defRPr sz="2175" b="0">
                <a:solidFill>
                  <a:srgbClr val="FFFFFF"/>
                </a:solidFill>
              </a:defRPr>
            </a:lvl8pPr>
            <a:lvl9pPr>
              <a:defRPr sz="217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FFFFFF"/>
                </a:solidFill>
              </a:defRPr>
            </a:pPr>
            <a:r>
              <a:rPr sz="2175" b="0">
                <a:solidFill>
                  <a:srgbClr val="FFFFFF"/>
                </a:solidFill>
              </a:rPr>
              <a:t>View-dependent relief; unchanged mesh silhouette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94D8F8-D478-4F22-9A7C-2BD8B0A48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72D4C1"/>
                </a:solidFill>
              </a:defRPr>
            </a:defPPr>
            <a:lvl1pPr>
              <a:defRPr sz="1725" b="1">
                <a:solidFill>
                  <a:srgbClr val="72D4C1"/>
                </a:solidFill>
              </a:defRPr>
            </a:lvl1pPr>
            <a:lvl2pPr>
              <a:defRPr sz="1725" b="1">
                <a:solidFill>
                  <a:srgbClr val="72D4C1"/>
                </a:solidFill>
              </a:defRPr>
            </a:lvl2pPr>
            <a:lvl3pPr>
              <a:defRPr sz="1725" b="1">
                <a:solidFill>
                  <a:srgbClr val="72D4C1"/>
                </a:solidFill>
              </a:defRPr>
            </a:lvl3pPr>
            <a:lvl4pPr>
              <a:defRPr sz="1725" b="1">
                <a:solidFill>
                  <a:srgbClr val="72D4C1"/>
                </a:solidFill>
              </a:defRPr>
            </a:lvl4pPr>
            <a:lvl5pPr>
              <a:defRPr sz="1725" b="1">
                <a:solidFill>
                  <a:srgbClr val="72D4C1"/>
                </a:solidFill>
              </a:defRPr>
            </a:lvl5pPr>
            <a:lvl6pPr>
              <a:defRPr sz="1725" b="1">
                <a:solidFill>
                  <a:srgbClr val="72D4C1"/>
                </a:solidFill>
              </a:defRPr>
            </a:lvl6pPr>
            <a:lvl7pPr>
              <a:defRPr sz="1725" b="1">
                <a:solidFill>
                  <a:srgbClr val="72D4C1"/>
                </a:solidFill>
              </a:defRPr>
            </a:lvl7pPr>
            <a:lvl8pPr>
              <a:defRPr sz="1725" b="1">
                <a:solidFill>
                  <a:srgbClr val="72D4C1"/>
                </a:solidFill>
              </a:defRPr>
            </a:lvl8pPr>
            <a:lvl9pPr>
              <a:defRPr sz="1725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72D4C1"/>
                </a:solidFill>
              </a:defRPr>
            </a:pPr>
            <a:r>
              <a:rPr sz="1725" b="1">
                <a:solidFill>
                  <a:srgbClr val="72D4C1"/>
                </a:solidFill>
              </a:rPr>
              <a:t>What changes when you move sideways—and what does not?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5C9451-3C7C-41B1-8CF5-2141D611A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C4D3E3"/>
                </a:solidFill>
              </a:defRPr>
            </a:defPPr>
            <a:lvl1pPr>
              <a:defRPr sz="1200" b="0">
                <a:solidFill>
                  <a:srgbClr val="C4D3E3"/>
                </a:solidFill>
              </a:defRPr>
            </a:lvl1pPr>
            <a:lvl2pPr>
              <a:defRPr sz="1200" b="0">
                <a:solidFill>
                  <a:srgbClr val="C4D3E3"/>
                </a:solidFill>
              </a:defRPr>
            </a:lvl2pPr>
            <a:lvl3pPr>
              <a:defRPr sz="1200" b="0">
                <a:solidFill>
                  <a:srgbClr val="C4D3E3"/>
                </a:solidFill>
              </a:defRPr>
            </a:lvl3pPr>
            <a:lvl4pPr>
              <a:defRPr sz="1200" b="0">
                <a:solidFill>
                  <a:srgbClr val="C4D3E3"/>
                </a:solidFill>
              </a:defRPr>
            </a:lvl4pPr>
            <a:lvl5pPr>
              <a:defRPr sz="1200" b="0">
                <a:solidFill>
                  <a:srgbClr val="C4D3E3"/>
                </a:solidFill>
              </a:defRPr>
            </a:lvl5pPr>
            <a:lvl6pPr>
              <a:defRPr sz="1200" b="0">
                <a:solidFill>
                  <a:srgbClr val="C4D3E3"/>
                </a:solidFill>
              </a:defRPr>
            </a:lvl6pPr>
            <a:lvl7pPr>
              <a:defRPr sz="1200" b="0">
                <a:solidFill>
                  <a:srgbClr val="C4D3E3"/>
                </a:solidFill>
              </a:defRPr>
            </a:lvl7pPr>
            <a:lvl8pPr>
              <a:defRPr sz="1200" b="0">
                <a:solidFill>
                  <a:srgbClr val="C4D3E3"/>
                </a:solidFill>
              </a:defRPr>
            </a:lvl8pPr>
            <a:lvl9pPr>
              <a:defRPr sz="1200" b="0">
                <a:solidFill>
                  <a:srgbClr val="C4D3E3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C4D3E3"/>
                </a:solidFill>
              </a:defRPr>
            </a:pPr>
            <a:r>
              <a:rPr sz="1200" b="0">
                <a:solidFill>
                  <a:srgbClr val="C4D3E3"/>
                </a:solidFill>
              </a:rPr>
              <a:t>LE</a:t>
            </a:r>
          </a:p>
        </p:txBody>
      </p:sp>
    </p:spTree>
    <p:extLst>
      <p:ext uri="{BB962C8B-B14F-4D97-AF65-F5344CB8AC3E}">
        <p14:creationId xmlns:p14="http://schemas.microsoft.com/office/powerpoint/2010/main" val="860435634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0A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279D3E-48BE-4D95-AEB0-27B3A7984FF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5a325f9a5449e9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CC616D-6250-4E58-AFF7-02E2726E7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B6A0FF"/>
                </a:solidFill>
              </a:defRPr>
            </a:defPPr>
            <a:lvl1pPr>
              <a:defRPr sz="1350" b="1">
                <a:solidFill>
                  <a:srgbClr val="B6A0FF"/>
                </a:solidFill>
              </a:defRPr>
            </a:lvl1pPr>
            <a:lvl2pPr>
              <a:defRPr sz="1350" b="1">
                <a:solidFill>
                  <a:srgbClr val="B6A0FF"/>
                </a:solidFill>
              </a:defRPr>
            </a:lvl2pPr>
            <a:lvl3pPr>
              <a:defRPr sz="1350" b="1">
                <a:solidFill>
                  <a:srgbClr val="B6A0FF"/>
                </a:solidFill>
              </a:defRPr>
            </a:lvl3pPr>
            <a:lvl4pPr>
              <a:defRPr sz="1350" b="1">
                <a:solidFill>
                  <a:srgbClr val="B6A0FF"/>
                </a:solidFill>
              </a:defRPr>
            </a:lvl4pPr>
            <a:lvl5pPr>
              <a:defRPr sz="1350" b="1">
                <a:solidFill>
                  <a:srgbClr val="B6A0FF"/>
                </a:solidFill>
              </a:defRPr>
            </a:lvl5pPr>
            <a:lvl6pPr>
              <a:defRPr sz="1350" b="1">
                <a:solidFill>
                  <a:srgbClr val="B6A0FF"/>
                </a:solidFill>
              </a:defRPr>
            </a:lvl6pPr>
            <a:lvl7pPr>
              <a:defRPr sz="1350" b="1">
                <a:solidFill>
                  <a:srgbClr val="B6A0FF"/>
                </a:solidFill>
              </a:defRPr>
            </a:lvl7pPr>
            <a:lvl8pPr>
              <a:defRPr sz="1350" b="1">
                <a:solidFill>
                  <a:srgbClr val="B6A0FF"/>
                </a:solidFill>
              </a:defRPr>
            </a:lvl8pPr>
            <a:lvl9pPr>
              <a:defRPr sz="1350" b="1">
                <a:solidFill>
                  <a:srgbClr val="B6A0FF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6A0FF"/>
                </a:solidFill>
              </a:defRPr>
            </a:pPr>
            <a:r>
              <a:rPr sz="1350" b="1">
                <a:solidFill>
                  <a:srgbClr val="B6A0FF"/>
                </a:solidFill>
              </a:rPr>
              <a:t>OPTIONAL LAB COMPANION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D6F93E-9228-4C6A-AA60-3A4AE4227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FFFFF"/>
                </a:solidFill>
              </a:defRPr>
            </a:defPPr>
            <a:lvl1pPr>
              <a:defRPr sz="3150" b="1">
                <a:solidFill>
                  <a:srgbClr val="FFFFFF"/>
                </a:solidFill>
              </a:defRPr>
            </a:lvl1pPr>
            <a:lvl2pPr>
              <a:defRPr sz="3150" b="1">
                <a:solidFill>
                  <a:srgbClr val="FFFFFF"/>
                </a:solidFill>
              </a:defRPr>
            </a:lvl2pPr>
            <a:lvl3pPr>
              <a:defRPr sz="3150" b="1">
                <a:solidFill>
                  <a:srgbClr val="FFFFFF"/>
                </a:solidFill>
              </a:defRPr>
            </a:lvl3pPr>
            <a:lvl4pPr>
              <a:defRPr sz="3150" b="1">
                <a:solidFill>
                  <a:srgbClr val="FFFFFF"/>
                </a:solidFill>
              </a:defRPr>
            </a:lvl4pPr>
            <a:lvl5pPr>
              <a:defRPr sz="3150" b="1">
                <a:solidFill>
                  <a:srgbClr val="FFFFFF"/>
                </a:solidFill>
              </a:defRPr>
            </a:lvl5pPr>
            <a:lvl6pPr>
              <a:defRPr sz="3150" b="1">
                <a:solidFill>
                  <a:srgbClr val="FFFFFF"/>
                </a:solidFill>
              </a:defRPr>
            </a:lvl6pPr>
            <a:lvl7pPr>
              <a:defRPr sz="3150" b="1">
                <a:solidFill>
                  <a:srgbClr val="FFFFFF"/>
                </a:solidFill>
              </a:defRPr>
            </a:lvl7pPr>
            <a:lvl8pPr>
              <a:defRPr sz="3150" b="1">
                <a:solidFill>
                  <a:srgbClr val="FFFFFF"/>
                </a:solidFill>
              </a:defRPr>
            </a:lvl8pPr>
            <a:lvl9pPr>
              <a:defRPr sz="31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Lab review: explain your result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2009F1-6BBE-4349-8DD7-2F5C14FF9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72D4C1"/>
                </a:solidFill>
              </a:defRPr>
            </a:defPPr>
            <a:lvl1pPr>
              <a:defRPr sz="1650" b="1">
                <a:solidFill>
                  <a:srgbClr val="72D4C1"/>
                </a:solidFill>
              </a:defRPr>
            </a:lvl1pPr>
            <a:lvl2pPr>
              <a:defRPr sz="1650" b="1">
                <a:solidFill>
                  <a:srgbClr val="72D4C1"/>
                </a:solidFill>
              </a:defRPr>
            </a:lvl2pPr>
            <a:lvl3pPr>
              <a:defRPr sz="1650" b="1">
                <a:solidFill>
                  <a:srgbClr val="72D4C1"/>
                </a:solidFill>
              </a:defRPr>
            </a:lvl3pPr>
            <a:lvl4pPr>
              <a:defRPr sz="1650" b="1">
                <a:solidFill>
                  <a:srgbClr val="72D4C1"/>
                </a:solidFill>
              </a:defRPr>
            </a:lvl4pPr>
            <a:lvl5pPr>
              <a:defRPr sz="1650" b="1">
                <a:solidFill>
                  <a:srgbClr val="72D4C1"/>
                </a:solidFill>
              </a:defRPr>
            </a:lvl5pPr>
            <a:lvl6pPr>
              <a:defRPr sz="1650" b="1">
                <a:solidFill>
                  <a:srgbClr val="72D4C1"/>
                </a:solidFill>
              </a:defRPr>
            </a:lvl6pPr>
            <a:lvl7pPr>
              <a:defRPr sz="1650" b="1">
                <a:solidFill>
                  <a:srgbClr val="72D4C1"/>
                </a:solidFill>
              </a:defRPr>
            </a:lvl7pPr>
            <a:lvl8pPr>
              <a:defRPr sz="1650" b="1">
                <a:solidFill>
                  <a:srgbClr val="72D4C1"/>
                </a:solidFill>
              </a:defRPr>
            </a:lvl8pPr>
            <a:lvl9pPr>
              <a:defRPr sz="1650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72D4C1"/>
                </a:solidFill>
              </a:defRPr>
            </a:pPr>
            <a:r>
              <a:rPr sz="1650" b="1">
                <a:solidFill>
                  <a:srgbClr val="72D4C1"/>
                </a:solidFill>
              </a:rPr>
              <a:t>SHOW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BF529A-EA85-4051-9088-4A0E8E58F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05075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FFFFFF"/>
                </a:solidFill>
              </a:defRPr>
            </a:defPPr>
            <a:lvl1pPr>
              <a:defRPr sz="2175" b="0">
                <a:solidFill>
                  <a:srgbClr val="FFFFFF"/>
                </a:solidFill>
              </a:defRPr>
            </a:lvl1pPr>
            <a:lvl2pPr>
              <a:defRPr sz="2175" b="0">
                <a:solidFill>
                  <a:srgbClr val="FFFFFF"/>
                </a:solidFill>
              </a:defRPr>
            </a:lvl2pPr>
            <a:lvl3pPr>
              <a:defRPr sz="2175" b="0">
                <a:solidFill>
                  <a:srgbClr val="FFFFFF"/>
                </a:solidFill>
              </a:defRPr>
            </a:lvl3pPr>
            <a:lvl4pPr>
              <a:defRPr sz="2175" b="0">
                <a:solidFill>
                  <a:srgbClr val="FFFFFF"/>
                </a:solidFill>
              </a:defRPr>
            </a:lvl4pPr>
            <a:lvl5pPr>
              <a:defRPr sz="2175" b="0">
                <a:solidFill>
                  <a:srgbClr val="FFFFFF"/>
                </a:solidFill>
              </a:defRPr>
            </a:lvl5pPr>
            <a:lvl6pPr>
              <a:defRPr sz="2175" b="0">
                <a:solidFill>
                  <a:srgbClr val="FFFFFF"/>
                </a:solidFill>
              </a:defRPr>
            </a:lvl6pPr>
            <a:lvl7pPr>
              <a:defRPr sz="2175" b="0">
                <a:solidFill>
                  <a:srgbClr val="FFFFFF"/>
                </a:solidFill>
              </a:defRPr>
            </a:lvl7pPr>
            <a:lvl8pPr>
              <a:defRPr sz="2175" b="0">
                <a:solidFill>
                  <a:srgbClr val="FFFFFF"/>
                </a:solidFill>
              </a:defRPr>
            </a:lvl8pPr>
            <a:lvl9pPr>
              <a:defRPr sz="217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FFFFFF"/>
                </a:solidFill>
              </a:defRPr>
            </a:pPr>
            <a:r>
              <a:rPr sz="2175" b="0">
                <a:solidFill>
                  <a:srgbClr val="FFFFFF"/>
                </a:solidFill>
              </a:rPr>
              <a:t>Your shader result + the graph that produces 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705414-2DD5-44AC-B31B-18DD76655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72D4C1"/>
                </a:solidFill>
              </a:defRPr>
            </a:defPPr>
            <a:lvl1pPr>
              <a:defRPr sz="1650" b="1">
                <a:solidFill>
                  <a:srgbClr val="72D4C1"/>
                </a:solidFill>
              </a:defRPr>
            </a:lvl1pPr>
            <a:lvl2pPr>
              <a:defRPr sz="1650" b="1">
                <a:solidFill>
                  <a:srgbClr val="72D4C1"/>
                </a:solidFill>
              </a:defRPr>
            </a:lvl2pPr>
            <a:lvl3pPr>
              <a:defRPr sz="1650" b="1">
                <a:solidFill>
                  <a:srgbClr val="72D4C1"/>
                </a:solidFill>
              </a:defRPr>
            </a:lvl3pPr>
            <a:lvl4pPr>
              <a:defRPr sz="1650" b="1">
                <a:solidFill>
                  <a:srgbClr val="72D4C1"/>
                </a:solidFill>
              </a:defRPr>
            </a:lvl4pPr>
            <a:lvl5pPr>
              <a:defRPr sz="1650" b="1">
                <a:solidFill>
                  <a:srgbClr val="72D4C1"/>
                </a:solidFill>
              </a:defRPr>
            </a:lvl5pPr>
            <a:lvl6pPr>
              <a:defRPr sz="1650" b="1">
                <a:solidFill>
                  <a:srgbClr val="72D4C1"/>
                </a:solidFill>
              </a:defRPr>
            </a:lvl6pPr>
            <a:lvl7pPr>
              <a:defRPr sz="1650" b="1">
                <a:solidFill>
                  <a:srgbClr val="72D4C1"/>
                </a:solidFill>
              </a:defRPr>
            </a:lvl7pPr>
            <a:lvl8pPr>
              <a:defRPr sz="1650" b="1">
                <a:solidFill>
                  <a:srgbClr val="72D4C1"/>
                </a:solidFill>
              </a:defRPr>
            </a:lvl8pPr>
            <a:lvl9pPr>
              <a:defRPr sz="1650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72D4C1"/>
                </a:solidFill>
              </a:defRPr>
            </a:pPr>
            <a:r>
              <a:rPr sz="1650" b="1">
                <a:solidFill>
                  <a:srgbClr val="72D4C1"/>
                </a:solidFill>
              </a:rPr>
              <a:t>EXPLAIN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273693-EF33-4B9F-A086-DDA79C5EF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3325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FFFFFF"/>
                </a:solidFill>
              </a:defRPr>
            </a:defPPr>
            <a:lvl1pPr>
              <a:defRPr sz="2175" b="0">
                <a:solidFill>
                  <a:srgbClr val="FFFFFF"/>
                </a:solidFill>
              </a:defRPr>
            </a:lvl1pPr>
            <a:lvl2pPr>
              <a:defRPr sz="2175" b="0">
                <a:solidFill>
                  <a:srgbClr val="FFFFFF"/>
                </a:solidFill>
              </a:defRPr>
            </a:lvl2pPr>
            <a:lvl3pPr>
              <a:defRPr sz="2175" b="0">
                <a:solidFill>
                  <a:srgbClr val="FFFFFF"/>
                </a:solidFill>
              </a:defRPr>
            </a:lvl3pPr>
            <a:lvl4pPr>
              <a:defRPr sz="2175" b="0">
                <a:solidFill>
                  <a:srgbClr val="FFFFFF"/>
                </a:solidFill>
              </a:defRPr>
            </a:lvl4pPr>
            <a:lvl5pPr>
              <a:defRPr sz="2175" b="0">
                <a:solidFill>
                  <a:srgbClr val="FFFFFF"/>
                </a:solidFill>
              </a:defRPr>
            </a:lvl5pPr>
            <a:lvl6pPr>
              <a:defRPr sz="2175" b="0">
                <a:solidFill>
                  <a:srgbClr val="FFFFFF"/>
                </a:solidFill>
              </a:defRPr>
            </a:lvl6pPr>
            <a:lvl7pPr>
              <a:defRPr sz="2175" b="0">
                <a:solidFill>
                  <a:srgbClr val="FFFFFF"/>
                </a:solidFill>
              </a:defRPr>
            </a:lvl7pPr>
            <a:lvl8pPr>
              <a:defRPr sz="2175" b="0">
                <a:solidFill>
                  <a:srgbClr val="FFFFFF"/>
                </a:solidFill>
              </a:defRPr>
            </a:lvl8pPr>
            <a:lvl9pPr>
              <a:defRPr sz="217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FFFFFF"/>
                </a:solidFill>
              </a:defRPr>
            </a:pPr>
            <a:r>
              <a:rPr sz="2175" b="0">
                <a:solidFill>
                  <a:srgbClr val="FFFFFF"/>
                </a:solidFill>
              </a:rPr>
              <a:t>Prediction → observation → reason or limitation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9D8E23-0285-462F-A4F1-4E2EBDB35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72D4C1"/>
                </a:solidFill>
              </a:defRPr>
            </a:defPPr>
            <a:lvl1pPr>
              <a:defRPr sz="1650" b="1">
                <a:solidFill>
                  <a:srgbClr val="72D4C1"/>
                </a:solidFill>
              </a:defRPr>
            </a:lvl1pPr>
            <a:lvl2pPr>
              <a:defRPr sz="1650" b="1">
                <a:solidFill>
                  <a:srgbClr val="72D4C1"/>
                </a:solidFill>
              </a:defRPr>
            </a:lvl2pPr>
            <a:lvl3pPr>
              <a:defRPr sz="1650" b="1">
                <a:solidFill>
                  <a:srgbClr val="72D4C1"/>
                </a:solidFill>
              </a:defRPr>
            </a:lvl3pPr>
            <a:lvl4pPr>
              <a:defRPr sz="1650" b="1">
                <a:solidFill>
                  <a:srgbClr val="72D4C1"/>
                </a:solidFill>
              </a:defRPr>
            </a:lvl4pPr>
            <a:lvl5pPr>
              <a:defRPr sz="1650" b="1">
                <a:solidFill>
                  <a:srgbClr val="72D4C1"/>
                </a:solidFill>
              </a:defRPr>
            </a:lvl5pPr>
            <a:lvl6pPr>
              <a:defRPr sz="1650" b="1">
                <a:solidFill>
                  <a:srgbClr val="72D4C1"/>
                </a:solidFill>
              </a:defRPr>
            </a:lvl6pPr>
            <a:lvl7pPr>
              <a:defRPr sz="1650" b="1">
                <a:solidFill>
                  <a:srgbClr val="72D4C1"/>
                </a:solidFill>
              </a:defRPr>
            </a:lvl7pPr>
            <a:lvl8pPr>
              <a:defRPr sz="1650" b="1">
                <a:solidFill>
                  <a:srgbClr val="72D4C1"/>
                </a:solidFill>
              </a:defRPr>
            </a:lvl8pPr>
            <a:lvl9pPr>
              <a:defRPr sz="1650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72D4C1"/>
                </a:solidFill>
              </a:defRPr>
            </a:pPr>
            <a:r>
              <a:rPr sz="1650" b="1">
                <a:solidFill>
                  <a:srgbClr val="72D4C1"/>
                </a:solidFill>
              </a:rPr>
              <a:t>MAKE IT REPRODUCIBLE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3ADBFA-CA39-40B9-8918-391A5ECD9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81575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FFFFFF"/>
                </a:solidFill>
              </a:defRPr>
            </a:defPPr>
            <a:lvl1pPr>
              <a:defRPr sz="2175" b="0">
                <a:solidFill>
                  <a:srgbClr val="FFFFFF"/>
                </a:solidFill>
              </a:defRPr>
            </a:lvl1pPr>
            <a:lvl2pPr>
              <a:defRPr sz="2175" b="0">
                <a:solidFill>
                  <a:srgbClr val="FFFFFF"/>
                </a:solidFill>
              </a:defRPr>
            </a:lvl2pPr>
            <a:lvl3pPr>
              <a:defRPr sz="2175" b="0">
                <a:solidFill>
                  <a:srgbClr val="FFFFFF"/>
                </a:solidFill>
              </a:defRPr>
            </a:lvl3pPr>
            <a:lvl4pPr>
              <a:defRPr sz="2175" b="0">
                <a:solidFill>
                  <a:srgbClr val="FFFFFF"/>
                </a:solidFill>
              </a:defRPr>
            </a:lvl4pPr>
            <a:lvl5pPr>
              <a:defRPr sz="2175" b="0">
                <a:solidFill>
                  <a:srgbClr val="FFFFFF"/>
                </a:solidFill>
              </a:defRPr>
            </a:lvl5pPr>
            <a:lvl6pPr>
              <a:defRPr sz="2175" b="0">
                <a:solidFill>
                  <a:srgbClr val="FFFFFF"/>
                </a:solidFill>
              </a:defRPr>
            </a:lvl6pPr>
            <a:lvl7pPr>
              <a:defRPr sz="2175" b="0">
                <a:solidFill>
                  <a:srgbClr val="FFFFFF"/>
                </a:solidFill>
              </a:defRPr>
            </a:lvl7pPr>
            <a:lvl8pPr>
              <a:defRPr sz="2175" b="0">
                <a:solidFill>
                  <a:srgbClr val="FFFFFF"/>
                </a:solidFill>
              </a:defRPr>
            </a:lvl8pPr>
            <a:lvl9pPr>
              <a:defRPr sz="217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FFFFFF"/>
                </a:solidFill>
              </a:defRPr>
            </a:pPr>
            <a:r>
              <a:rPr sz="2175" b="0">
                <a:solidFill>
                  <a:srgbClr val="FFFFFF"/>
                </a:solidFill>
              </a:rPr>
              <a:t>Readable graph, result capture and a brief explanation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DB59AA-C812-487B-AF44-BA5D2A311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72D4C1"/>
                </a:solidFill>
              </a:defRPr>
            </a:defPPr>
            <a:lvl1pPr>
              <a:defRPr sz="1725" b="1">
                <a:solidFill>
                  <a:srgbClr val="72D4C1"/>
                </a:solidFill>
              </a:defRPr>
            </a:lvl1pPr>
            <a:lvl2pPr>
              <a:defRPr sz="1725" b="1">
                <a:solidFill>
                  <a:srgbClr val="72D4C1"/>
                </a:solidFill>
              </a:defRPr>
            </a:lvl2pPr>
            <a:lvl3pPr>
              <a:defRPr sz="1725" b="1">
                <a:solidFill>
                  <a:srgbClr val="72D4C1"/>
                </a:solidFill>
              </a:defRPr>
            </a:lvl3pPr>
            <a:lvl4pPr>
              <a:defRPr sz="1725" b="1">
                <a:solidFill>
                  <a:srgbClr val="72D4C1"/>
                </a:solidFill>
              </a:defRPr>
            </a:lvl4pPr>
            <a:lvl5pPr>
              <a:defRPr sz="1725" b="1">
                <a:solidFill>
                  <a:srgbClr val="72D4C1"/>
                </a:solidFill>
              </a:defRPr>
            </a:lvl5pPr>
            <a:lvl6pPr>
              <a:defRPr sz="1725" b="1">
                <a:solidFill>
                  <a:srgbClr val="72D4C1"/>
                </a:solidFill>
              </a:defRPr>
            </a:lvl6pPr>
            <a:lvl7pPr>
              <a:defRPr sz="1725" b="1">
                <a:solidFill>
                  <a:srgbClr val="72D4C1"/>
                </a:solidFill>
              </a:defRPr>
            </a:lvl7pPr>
            <a:lvl8pPr>
              <a:defRPr sz="1725" b="1">
                <a:solidFill>
                  <a:srgbClr val="72D4C1"/>
                </a:solidFill>
              </a:defRPr>
            </a:lvl8pPr>
            <a:lvl9pPr>
              <a:defRPr sz="1725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72D4C1"/>
                </a:solidFill>
              </a:defRPr>
            </a:pPr>
            <a:r>
              <a:rPr sz="1725" b="1">
                <a:solidFill>
                  <a:srgbClr val="72D4C1"/>
                </a:solidFill>
              </a:rPr>
              <a:t>Can a classmate explain how your shader achieves its effect?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A29E9F-A1CD-416E-823B-2A825FB0F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C4D3E3"/>
                </a:solidFill>
              </a:defRPr>
            </a:defPPr>
            <a:lvl1pPr>
              <a:defRPr sz="1200" b="0">
                <a:solidFill>
                  <a:srgbClr val="C4D3E3"/>
                </a:solidFill>
              </a:defRPr>
            </a:lvl1pPr>
            <a:lvl2pPr>
              <a:defRPr sz="1200" b="0">
                <a:solidFill>
                  <a:srgbClr val="C4D3E3"/>
                </a:solidFill>
              </a:defRPr>
            </a:lvl2pPr>
            <a:lvl3pPr>
              <a:defRPr sz="1200" b="0">
                <a:solidFill>
                  <a:srgbClr val="C4D3E3"/>
                </a:solidFill>
              </a:defRPr>
            </a:lvl3pPr>
            <a:lvl4pPr>
              <a:defRPr sz="1200" b="0">
                <a:solidFill>
                  <a:srgbClr val="C4D3E3"/>
                </a:solidFill>
              </a:defRPr>
            </a:lvl4pPr>
            <a:lvl5pPr>
              <a:defRPr sz="1200" b="0">
                <a:solidFill>
                  <a:srgbClr val="C4D3E3"/>
                </a:solidFill>
              </a:defRPr>
            </a:lvl5pPr>
            <a:lvl6pPr>
              <a:defRPr sz="1200" b="0">
                <a:solidFill>
                  <a:srgbClr val="C4D3E3"/>
                </a:solidFill>
              </a:defRPr>
            </a:lvl6pPr>
            <a:lvl7pPr>
              <a:defRPr sz="1200" b="0">
                <a:solidFill>
                  <a:srgbClr val="C4D3E3"/>
                </a:solidFill>
              </a:defRPr>
            </a:lvl7pPr>
            <a:lvl8pPr>
              <a:defRPr sz="1200" b="0">
                <a:solidFill>
                  <a:srgbClr val="C4D3E3"/>
                </a:solidFill>
              </a:defRPr>
            </a:lvl8pPr>
            <a:lvl9pPr>
              <a:defRPr sz="1200" b="0">
                <a:solidFill>
                  <a:srgbClr val="C4D3E3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C4D3E3"/>
                </a:solidFill>
              </a:defRPr>
            </a:pPr>
            <a:r>
              <a:rPr sz="1200" b="0">
                <a:solidFill>
                  <a:srgbClr val="C4D3E3"/>
                </a:solidFill>
              </a:rPr>
              <a:t>LF</a:t>
            </a:r>
          </a:p>
        </p:txBody>
      </p:sp>
    </p:spTree>
    <p:extLst>
      <p:ext uri="{BB962C8B-B14F-4D97-AF65-F5344CB8AC3E}">
        <p14:creationId xmlns:p14="http://schemas.microsoft.com/office/powerpoint/2010/main" val="1120791406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0A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168D4E-94FB-48C8-83A0-595D2CA479C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5ad343cbc44cea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28E3A2-3C34-4EA4-85F2-52A261B9F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B6A0FF"/>
                </a:solidFill>
              </a:defRPr>
            </a:defPPr>
            <a:lvl1pPr>
              <a:defRPr sz="1350" b="1">
                <a:solidFill>
                  <a:srgbClr val="B6A0FF"/>
                </a:solidFill>
              </a:defRPr>
            </a:lvl1pPr>
            <a:lvl2pPr>
              <a:defRPr sz="1350" b="1">
                <a:solidFill>
                  <a:srgbClr val="B6A0FF"/>
                </a:solidFill>
              </a:defRPr>
            </a:lvl2pPr>
            <a:lvl3pPr>
              <a:defRPr sz="1350" b="1">
                <a:solidFill>
                  <a:srgbClr val="B6A0FF"/>
                </a:solidFill>
              </a:defRPr>
            </a:lvl3pPr>
            <a:lvl4pPr>
              <a:defRPr sz="1350" b="1">
                <a:solidFill>
                  <a:srgbClr val="B6A0FF"/>
                </a:solidFill>
              </a:defRPr>
            </a:lvl4pPr>
            <a:lvl5pPr>
              <a:defRPr sz="1350" b="1">
                <a:solidFill>
                  <a:srgbClr val="B6A0FF"/>
                </a:solidFill>
              </a:defRPr>
            </a:lvl5pPr>
            <a:lvl6pPr>
              <a:defRPr sz="1350" b="1">
                <a:solidFill>
                  <a:srgbClr val="B6A0FF"/>
                </a:solidFill>
              </a:defRPr>
            </a:lvl6pPr>
            <a:lvl7pPr>
              <a:defRPr sz="1350" b="1">
                <a:solidFill>
                  <a:srgbClr val="B6A0FF"/>
                </a:solidFill>
              </a:defRPr>
            </a:lvl7pPr>
            <a:lvl8pPr>
              <a:defRPr sz="1350" b="1">
                <a:solidFill>
                  <a:srgbClr val="B6A0FF"/>
                </a:solidFill>
              </a:defRPr>
            </a:lvl8pPr>
            <a:lvl9pPr>
              <a:defRPr sz="1350" b="1">
                <a:solidFill>
                  <a:srgbClr val="B6A0FF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6A0FF"/>
                </a:solidFill>
              </a:defRPr>
            </a:pPr>
            <a:r>
              <a:rPr sz="1350" b="1">
                <a:solidFill>
                  <a:srgbClr val="B6A0FF"/>
                </a:solidFill>
              </a:rPr>
              <a:t>OPTIONAL · TEXTURE ORGANIZATION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E36453-D0E5-4D2F-A9F1-1ABB6369F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FFFFF"/>
                </a:solidFill>
              </a:defRPr>
            </a:defPPr>
            <a:lvl1pPr>
              <a:defRPr sz="3150" b="1">
                <a:solidFill>
                  <a:srgbClr val="FFFFFF"/>
                </a:solidFill>
              </a:defRPr>
            </a:lvl1pPr>
            <a:lvl2pPr>
              <a:defRPr sz="3150" b="1">
                <a:solidFill>
                  <a:srgbClr val="FFFFFF"/>
                </a:solidFill>
              </a:defRPr>
            </a:lvl2pPr>
            <a:lvl3pPr>
              <a:defRPr sz="3150" b="1">
                <a:solidFill>
                  <a:srgbClr val="FFFFFF"/>
                </a:solidFill>
              </a:defRPr>
            </a:lvl3pPr>
            <a:lvl4pPr>
              <a:defRPr sz="3150" b="1">
                <a:solidFill>
                  <a:srgbClr val="FFFFFF"/>
                </a:solidFill>
              </a:defRPr>
            </a:lvl4pPr>
            <a:lvl5pPr>
              <a:defRPr sz="3150" b="1">
                <a:solidFill>
                  <a:srgbClr val="FFFFFF"/>
                </a:solidFill>
              </a:defRPr>
            </a:lvl5pPr>
            <a:lvl6pPr>
              <a:defRPr sz="3150" b="1">
                <a:solidFill>
                  <a:srgbClr val="FFFFFF"/>
                </a:solidFill>
              </a:defRPr>
            </a:lvl6pPr>
            <a:lvl7pPr>
              <a:defRPr sz="3150" b="1">
                <a:solidFill>
                  <a:srgbClr val="FFFFFF"/>
                </a:solidFill>
              </a:defRPr>
            </a:lvl7pPr>
            <a:lvl8pPr>
              <a:defRPr sz="3150" b="1">
                <a:solidFill>
                  <a:srgbClr val="FFFFFF"/>
                </a:solidFill>
              </a:defRPr>
            </a:lvl8pPr>
            <a:lvl9pPr>
              <a:defRPr sz="31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Channel packing, atlases and arrays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47C921-5A75-4E31-B32E-A8CAC5E2D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342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72D4C1"/>
                </a:solidFill>
              </a:defRPr>
            </a:defPPr>
            <a:lvl1pPr>
              <a:defRPr sz="2250" b="1">
                <a:solidFill>
                  <a:srgbClr val="72D4C1"/>
                </a:solidFill>
              </a:defRPr>
            </a:lvl1pPr>
            <a:lvl2pPr>
              <a:defRPr sz="2250" b="1">
                <a:solidFill>
                  <a:srgbClr val="72D4C1"/>
                </a:solidFill>
              </a:defRPr>
            </a:lvl2pPr>
            <a:lvl3pPr>
              <a:defRPr sz="2250" b="1">
                <a:solidFill>
                  <a:srgbClr val="72D4C1"/>
                </a:solidFill>
              </a:defRPr>
            </a:lvl3pPr>
            <a:lvl4pPr>
              <a:defRPr sz="2250" b="1">
                <a:solidFill>
                  <a:srgbClr val="72D4C1"/>
                </a:solidFill>
              </a:defRPr>
            </a:lvl4pPr>
            <a:lvl5pPr>
              <a:defRPr sz="2250" b="1">
                <a:solidFill>
                  <a:srgbClr val="72D4C1"/>
                </a:solidFill>
              </a:defRPr>
            </a:lvl5pPr>
            <a:lvl6pPr>
              <a:defRPr sz="2250" b="1">
                <a:solidFill>
                  <a:srgbClr val="72D4C1"/>
                </a:solidFill>
              </a:defRPr>
            </a:lvl6pPr>
            <a:lvl7pPr>
              <a:defRPr sz="2250" b="1">
                <a:solidFill>
                  <a:srgbClr val="72D4C1"/>
                </a:solidFill>
              </a:defRPr>
            </a:lvl7pPr>
            <a:lvl8pPr>
              <a:defRPr sz="2250" b="1">
                <a:solidFill>
                  <a:srgbClr val="72D4C1"/>
                </a:solidFill>
              </a:defRPr>
            </a:lvl8pPr>
            <a:lvl9pPr>
              <a:defRPr sz="2250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72D4C1"/>
                </a:solidFill>
              </a:defRPr>
            </a:pPr>
            <a:r>
              <a:rPr sz="2250" b="1">
                <a:solidFill>
                  <a:srgbClr val="72D4C1"/>
                </a:solidFill>
              </a:rPr>
              <a:t>Channel packing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A5C047-9126-44F8-8EA2-B4D886FAD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333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FFFFFF"/>
                </a:solidFill>
              </a:defRPr>
            </a:defPPr>
            <a:lvl1pPr>
              <a:defRPr sz="2100" b="0">
                <a:solidFill>
                  <a:srgbClr val="FFFFFF"/>
                </a:solidFill>
              </a:defRPr>
            </a:lvl1pPr>
            <a:lvl2pPr>
              <a:defRPr sz="2100" b="0">
                <a:solidFill>
                  <a:srgbClr val="FFFFFF"/>
                </a:solidFill>
              </a:defRPr>
            </a:lvl2pPr>
            <a:lvl3pPr>
              <a:defRPr sz="2100" b="0">
                <a:solidFill>
                  <a:srgbClr val="FFFFFF"/>
                </a:solidFill>
              </a:defRPr>
            </a:lvl3pPr>
            <a:lvl4pPr>
              <a:defRPr sz="2100" b="0">
                <a:solidFill>
                  <a:srgbClr val="FFFFFF"/>
                </a:solidFill>
              </a:defRPr>
            </a:lvl4pPr>
            <a:lvl5pPr>
              <a:defRPr sz="2100" b="0">
                <a:solidFill>
                  <a:srgbClr val="FFFFFF"/>
                </a:solidFill>
              </a:defRPr>
            </a:lvl5pPr>
            <a:lvl6pPr>
              <a:defRPr sz="2100" b="0">
                <a:solidFill>
                  <a:srgbClr val="FFFFFF"/>
                </a:solidFill>
              </a:defRPr>
            </a:lvl6pPr>
            <a:lvl7pPr>
              <a:defRPr sz="2100" b="0">
                <a:solidFill>
                  <a:srgbClr val="FFFFFF"/>
                </a:solidFill>
              </a:defRPr>
            </a:lvl7pPr>
            <a:lvl8pPr>
              <a:defRPr sz="2100" b="0">
                <a:solidFill>
                  <a:srgbClr val="FFFFFF"/>
                </a:solidFill>
              </a:defRPr>
            </a:lvl8pPr>
            <a:lvl9pPr>
              <a:defRPr sz="210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FFFFF"/>
                </a:solidFill>
              </a:defRPr>
            </a:pPr>
            <a:r>
              <a:rPr sz="2100" b="0">
                <a:solidFill>
                  <a:srgbClr val="FFFFFF"/>
                </a:solidFill>
              </a:rPr>
              <a:t>Different data in R / G / 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CD1180-B10D-459A-BC7E-31EDD52B0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333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FFFFFF"/>
                </a:solidFill>
              </a:defRPr>
            </a:defPPr>
            <a:lvl1pPr>
              <a:defRPr sz="1950" b="0">
                <a:solidFill>
                  <a:srgbClr val="FFFFFF"/>
                </a:solidFill>
              </a:defRPr>
            </a:lvl1pPr>
            <a:lvl2pPr>
              <a:defRPr sz="1950" b="0">
                <a:solidFill>
                  <a:srgbClr val="FFFFFF"/>
                </a:solidFill>
              </a:defRPr>
            </a:lvl2pPr>
            <a:lvl3pPr>
              <a:defRPr sz="1950" b="0">
                <a:solidFill>
                  <a:srgbClr val="FFFFFF"/>
                </a:solidFill>
              </a:defRPr>
            </a:lvl3pPr>
            <a:lvl4pPr>
              <a:defRPr sz="1950" b="0">
                <a:solidFill>
                  <a:srgbClr val="FFFFFF"/>
                </a:solidFill>
              </a:defRPr>
            </a:lvl4pPr>
            <a:lvl5pPr>
              <a:defRPr sz="1950" b="0">
                <a:solidFill>
                  <a:srgbClr val="FFFFFF"/>
                </a:solidFill>
              </a:defRPr>
            </a:lvl5pPr>
            <a:lvl6pPr>
              <a:defRPr sz="1950" b="0">
                <a:solidFill>
                  <a:srgbClr val="FFFFFF"/>
                </a:solidFill>
              </a:defRPr>
            </a:lvl6pPr>
            <a:lvl7pPr>
              <a:defRPr sz="1950" b="0">
                <a:solidFill>
                  <a:srgbClr val="FFFFFF"/>
                </a:solidFill>
              </a:defRPr>
            </a:lvl7pPr>
            <a:lvl8pPr>
              <a:defRPr sz="1950" b="0">
                <a:solidFill>
                  <a:srgbClr val="FFFFFF"/>
                </a:solidFill>
              </a:defRPr>
            </a:lvl8pPr>
            <a:lvl9pPr>
              <a:defRPr sz="195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FFFFFF"/>
                </a:solidFill>
              </a:defRPr>
            </a:pPr>
            <a:r>
              <a:rPr sz="1950" b="0">
                <a:solidFill>
                  <a:srgbClr val="FFFFFF"/>
                </a:solidFill>
              </a:rPr>
              <a:t>One UV lookup; select a channel.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FC93F8-F54F-475A-B3FA-0B6699DD3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C4D3E3"/>
                </a:solidFill>
              </a:defRPr>
            </a:defPPr>
            <a:lvl1pPr>
              <a:defRPr sz="1800" b="0">
                <a:solidFill>
                  <a:srgbClr val="C4D3E3"/>
                </a:solidFill>
              </a:defRPr>
            </a:lvl1pPr>
            <a:lvl2pPr>
              <a:defRPr sz="1800" b="0">
                <a:solidFill>
                  <a:srgbClr val="C4D3E3"/>
                </a:solidFill>
              </a:defRPr>
            </a:lvl2pPr>
            <a:lvl3pPr>
              <a:defRPr sz="1800" b="0">
                <a:solidFill>
                  <a:srgbClr val="C4D3E3"/>
                </a:solidFill>
              </a:defRPr>
            </a:lvl3pPr>
            <a:lvl4pPr>
              <a:defRPr sz="1800" b="0">
                <a:solidFill>
                  <a:srgbClr val="C4D3E3"/>
                </a:solidFill>
              </a:defRPr>
            </a:lvl4pPr>
            <a:lvl5pPr>
              <a:defRPr sz="1800" b="0">
                <a:solidFill>
                  <a:srgbClr val="C4D3E3"/>
                </a:solidFill>
              </a:defRPr>
            </a:lvl5pPr>
            <a:lvl6pPr>
              <a:defRPr sz="1800" b="0">
                <a:solidFill>
                  <a:srgbClr val="C4D3E3"/>
                </a:solidFill>
              </a:defRPr>
            </a:lvl6pPr>
            <a:lvl7pPr>
              <a:defRPr sz="1800" b="0">
                <a:solidFill>
                  <a:srgbClr val="C4D3E3"/>
                </a:solidFill>
              </a:defRPr>
            </a:lvl7pPr>
            <a:lvl8pPr>
              <a:defRPr sz="1800" b="0">
                <a:solidFill>
                  <a:srgbClr val="C4D3E3"/>
                </a:solidFill>
              </a:defRPr>
            </a:lvl8pPr>
            <a:lvl9pPr>
              <a:defRPr sz="1800" b="0">
                <a:solidFill>
                  <a:srgbClr val="C4D3E3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C4D3E3"/>
                </a:solidFill>
              </a:defRPr>
            </a:pPr>
            <a:r>
              <a:rPr sz="1800" b="0">
                <a:solidFill>
                  <a:srgbClr val="C4D3E3"/>
                </a:solidFill>
              </a:rPr>
              <a:t>Example: AO / roughness / metallic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7A4182-735E-44BA-A114-AC504E055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43125"/>
            <a:ext cx="342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72D4C1"/>
                </a:solidFill>
              </a:defRPr>
            </a:defPPr>
            <a:lvl1pPr>
              <a:defRPr sz="2250" b="1">
                <a:solidFill>
                  <a:srgbClr val="72D4C1"/>
                </a:solidFill>
              </a:defRPr>
            </a:lvl1pPr>
            <a:lvl2pPr>
              <a:defRPr sz="2250" b="1">
                <a:solidFill>
                  <a:srgbClr val="72D4C1"/>
                </a:solidFill>
              </a:defRPr>
            </a:lvl2pPr>
            <a:lvl3pPr>
              <a:defRPr sz="2250" b="1">
                <a:solidFill>
                  <a:srgbClr val="72D4C1"/>
                </a:solidFill>
              </a:defRPr>
            </a:lvl3pPr>
            <a:lvl4pPr>
              <a:defRPr sz="2250" b="1">
                <a:solidFill>
                  <a:srgbClr val="72D4C1"/>
                </a:solidFill>
              </a:defRPr>
            </a:lvl4pPr>
            <a:lvl5pPr>
              <a:defRPr sz="2250" b="1">
                <a:solidFill>
                  <a:srgbClr val="72D4C1"/>
                </a:solidFill>
              </a:defRPr>
            </a:lvl5pPr>
            <a:lvl6pPr>
              <a:defRPr sz="2250" b="1">
                <a:solidFill>
                  <a:srgbClr val="72D4C1"/>
                </a:solidFill>
              </a:defRPr>
            </a:lvl6pPr>
            <a:lvl7pPr>
              <a:defRPr sz="2250" b="1">
                <a:solidFill>
                  <a:srgbClr val="72D4C1"/>
                </a:solidFill>
              </a:defRPr>
            </a:lvl7pPr>
            <a:lvl8pPr>
              <a:defRPr sz="2250" b="1">
                <a:solidFill>
                  <a:srgbClr val="72D4C1"/>
                </a:solidFill>
              </a:defRPr>
            </a:lvl8pPr>
            <a:lvl9pPr>
              <a:defRPr sz="2250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72D4C1"/>
                </a:solidFill>
              </a:defRPr>
            </a:pPr>
            <a:r>
              <a:rPr sz="2250" b="1">
                <a:solidFill>
                  <a:srgbClr val="72D4C1"/>
                </a:solidFill>
              </a:rPr>
              <a:t>Texture atlas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18B71A-69B0-4D03-AB47-E3F76959D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62250"/>
            <a:ext cx="333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FFFFFF"/>
                </a:solidFill>
              </a:defRPr>
            </a:defPPr>
            <a:lvl1pPr>
              <a:defRPr sz="2100" b="0">
                <a:solidFill>
                  <a:srgbClr val="FFFFFF"/>
                </a:solidFill>
              </a:defRPr>
            </a:lvl1pPr>
            <a:lvl2pPr>
              <a:defRPr sz="2100" b="0">
                <a:solidFill>
                  <a:srgbClr val="FFFFFF"/>
                </a:solidFill>
              </a:defRPr>
            </a:lvl2pPr>
            <a:lvl3pPr>
              <a:defRPr sz="2100" b="0">
                <a:solidFill>
                  <a:srgbClr val="FFFFFF"/>
                </a:solidFill>
              </a:defRPr>
            </a:lvl3pPr>
            <a:lvl4pPr>
              <a:defRPr sz="2100" b="0">
                <a:solidFill>
                  <a:srgbClr val="FFFFFF"/>
                </a:solidFill>
              </a:defRPr>
            </a:lvl4pPr>
            <a:lvl5pPr>
              <a:defRPr sz="2100" b="0">
                <a:solidFill>
                  <a:srgbClr val="FFFFFF"/>
                </a:solidFill>
              </a:defRPr>
            </a:lvl5pPr>
            <a:lvl6pPr>
              <a:defRPr sz="2100" b="0">
                <a:solidFill>
                  <a:srgbClr val="FFFFFF"/>
                </a:solidFill>
              </a:defRPr>
            </a:lvl6pPr>
            <a:lvl7pPr>
              <a:defRPr sz="2100" b="0">
                <a:solidFill>
                  <a:srgbClr val="FFFFFF"/>
                </a:solidFill>
              </a:defRPr>
            </a:lvl7pPr>
            <a:lvl8pPr>
              <a:defRPr sz="2100" b="0">
                <a:solidFill>
                  <a:srgbClr val="FFFFFF"/>
                </a:solidFill>
              </a:defRPr>
            </a:lvl8pPr>
            <a:lvl9pPr>
              <a:defRPr sz="210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FFFFF"/>
                </a:solidFill>
              </a:defRPr>
            </a:pPr>
            <a:r>
              <a:rPr sz="2100" b="0">
                <a:solidFill>
                  <a:srgbClr val="FFFFFF"/>
                </a:solidFill>
              </a:rPr>
              <a:t>Different images in one 2D sheet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0436B4-4740-4EE7-B1C4-0971C6338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762375"/>
            <a:ext cx="333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FFFFFF"/>
                </a:solidFill>
              </a:defRPr>
            </a:defPPr>
            <a:lvl1pPr>
              <a:defRPr sz="1950" b="0">
                <a:solidFill>
                  <a:srgbClr val="FFFFFF"/>
                </a:solidFill>
              </a:defRPr>
            </a:lvl1pPr>
            <a:lvl2pPr>
              <a:defRPr sz="1950" b="0">
                <a:solidFill>
                  <a:srgbClr val="FFFFFF"/>
                </a:solidFill>
              </a:defRPr>
            </a:lvl2pPr>
            <a:lvl3pPr>
              <a:defRPr sz="1950" b="0">
                <a:solidFill>
                  <a:srgbClr val="FFFFFF"/>
                </a:solidFill>
              </a:defRPr>
            </a:lvl3pPr>
            <a:lvl4pPr>
              <a:defRPr sz="1950" b="0">
                <a:solidFill>
                  <a:srgbClr val="FFFFFF"/>
                </a:solidFill>
              </a:defRPr>
            </a:lvl4pPr>
            <a:lvl5pPr>
              <a:defRPr sz="1950" b="0">
                <a:solidFill>
                  <a:srgbClr val="FFFFFF"/>
                </a:solidFill>
              </a:defRPr>
            </a:lvl5pPr>
            <a:lvl6pPr>
              <a:defRPr sz="1950" b="0">
                <a:solidFill>
                  <a:srgbClr val="FFFFFF"/>
                </a:solidFill>
              </a:defRPr>
            </a:lvl6pPr>
            <a:lvl7pPr>
              <a:defRPr sz="1950" b="0">
                <a:solidFill>
                  <a:srgbClr val="FFFFFF"/>
                </a:solidFill>
              </a:defRPr>
            </a:lvl7pPr>
            <a:lvl8pPr>
              <a:defRPr sz="1950" b="0">
                <a:solidFill>
                  <a:srgbClr val="FFFFFF"/>
                </a:solidFill>
              </a:defRPr>
            </a:lvl8pPr>
            <a:lvl9pPr>
              <a:defRPr sz="195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FFFFFF"/>
                </a:solidFill>
              </a:defRPr>
            </a:pPr>
            <a:r>
              <a:rPr sz="1950" b="0">
                <a:solidFill>
                  <a:srgbClr val="FFFFFF"/>
                </a:solidFill>
              </a:rPr>
              <a:t>Remap UVs into a tile.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1AE350-B9B6-4645-B18A-FEEB75840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76250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C4D3E3"/>
                </a:solidFill>
              </a:defRPr>
            </a:defPPr>
            <a:lvl1pPr>
              <a:defRPr sz="1800" b="0">
                <a:solidFill>
                  <a:srgbClr val="C4D3E3"/>
                </a:solidFill>
              </a:defRPr>
            </a:lvl1pPr>
            <a:lvl2pPr>
              <a:defRPr sz="1800" b="0">
                <a:solidFill>
                  <a:srgbClr val="C4D3E3"/>
                </a:solidFill>
              </a:defRPr>
            </a:lvl2pPr>
            <a:lvl3pPr>
              <a:defRPr sz="1800" b="0">
                <a:solidFill>
                  <a:srgbClr val="C4D3E3"/>
                </a:solidFill>
              </a:defRPr>
            </a:lvl3pPr>
            <a:lvl4pPr>
              <a:defRPr sz="1800" b="0">
                <a:solidFill>
                  <a:srgbClr val="C4D3E3"/>
                </a:solidFill>
              </a:defRPr>
            </a:lvl4pPr>
            <a:lvl5pPr>
              <a:defRPr sz="1800" b="0">
                <a:solidFill>
                  <a:srgbClr val="C4D3E3"/>
                </a:solidFill>
              </a:defRPr>
            </a:lvl5pPr>
            <a:lvl6pPr>
              <a:defRPr sz="1800" b="0">
                <a:solidFill>
                  <a:srgbClr val="C4D3E3"/>
                </a:solidFill>
              </a:defRPr>
            </a:lvl6pPr>
            <a:lvl7pPr>
              <a:defRPr sz="1800" b="0">
                <a:solidFill>
                  <a:srgbClr val="C4D3E3"/>
                </a:solidFill>
              </a:defRPr>
            </a:lvl7pPr>
            <a:lvl8pPr>
              <a:defRPr sz="1800" b="0">
                <a:solidFill>
                  <a:srgbClr val="C4D3E3"/>
                </a:solidFill>
              </a:defRPr>
            </a:lvl8pPr>
            <a:lvl9pPr>
              <a:defRPr sz="1800" b="0">
                <a:solidFill>
                  <a:srgbClr val="C4D3E3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C4D3E3"/>
                </a:solidFill>
              </a:defRPr>
            </a:pPr>
            <a:r>
              <a:rPr sz="1800" b="0">
                <a:solidFill>
                  <a:srgbClr val="C4D3E3"/>
                </a:solidFill>
              </a:rPr>
              <a:t>Manage borders and mip bleeding.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39F8D1-7223-41F3-8F26-3127E2C72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43125"/>
            <a:ext cx="342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72D4C1"/>
                </a:solidFill>
              </a:defRPr>
            </a:defPPr>
            <a:lvl1pPr>
              <a:defRPr sz="2250" b="1">
                <a:solidFill>
                  <a:srgbClr val="72D4C1"/>
                </a:solidFill>
              </a:defRPr>
            </a:lvl1pPr>
            <a:lvl2pPr>
              <a:defRPr sz="2250" b="1">
                <a:solidFill>
                  <a:srgbClr val="72D4C1"/>
                </a:solidFill>
              </a:defRPr>
            </a:lvl2pPr>
            <a:lvl3pPr>
              <a:defRPr sz="2250" b="1">
                <a:solidFill>
                  <a:srgbClr val="72D4C1"/>
                </a:solidFill>
              </a:defRPr>
            </a:lvl3pPr>
            <a:lvl4pPr>
              <a:defRPr sz="2250" b="1">
                <a:solidFill>
                  <a:srgbClr val="72D4C1"/>
                </a:solidFill>
              </a:defRPr>
            </a:lvl4pPr>
            <a:lvl5pPr>
              <a:defRPr sz="2250" b="1">
                <a:solidFill>
                  <a:srgbClr val="72D4C1"/>
                </a:solidFill>
              </a:defRPr>
            </a:lvl5pPr>
            <a:lvl6pPr>
              <a:defRPr sz="2250" b="1">
                <a:solidFill>
                  <a:srgbClr val="72D4C1"/>
                </a:solidFill>
              </a:defRPr>
            </a:lvl6pPr>
            <a:lvl7pPr>
              <a:defRPr sz="2250" b="1">
                <a:solidFill>
                  <a:srgbClr val="72D4C1"/>
                </a:solidFill>
              </a:defRPr>
            </a:lvl7pPr>
            <a:lvl8pPr>
              <a:defRPr sz="2250" b="1">
                <a:solidFill>
                  <a:srgbClr val="72D4C1"/>
                </a:solidFill>
              </a:defRPr>
            </a:lvl8pPr>
            <a:lvl9pPr>
              <a:defRPr sz="2250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72D4C1"/>
                </a:solidFill>
              </a:defRPr>
            </a:pPr>
            <a:r>
              <a:rPr sz="2250" b="1">
                <a:solidFill>
                  <a:srgbClr val="72D4C1"/>
                </a:solidFill>
              </a:rPr>
              <a:t>Texture array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31FFFF-C986-40C5-A2B6-F6B6828C0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762250"/>
            <a:ext cx="333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FFFFFF"/>
                </a:solidFill>
              </a:defRPr>
            </a:defPPr>
            <a:lvl1pPr>
              <a:defRPr sz="2100" b="0">
                <a:solidFill>
                  <a:srgbClr val="FFFFFF"/>
                </a:solidFill>
              </a:defRPr>
            </a:lvl1pPr>
            <a:lvl2pPr>
              <a:defRPr sz="2100" b="0">
                <a:solidFill>
                  <a:srgbClr val="FFFFFF"/>
                </a:solidFill>
              </a:defRPr>
            </a:lvl2pPr>
            <a:lvl3pPr>
              <a:defRPr sz="2100" b="0">
                <a:solidFill>
                  <a:srgbClr val="FFFFFF"/>
                </a:solidFill>
              </a:defRPr>
            </a:lvl3pPr>
            <a:lvl4pPr>
              <a:defRPr sz="2100" b="0">
                <a:solidFill>
                  <a:srgbClr val="FFFFFF"/>
                </a:solidFill>
              </a:defRPr>
            </a:lvl4pPr>
            <a:lvl5pPr>
              <a:defRPr sz="2100" b="0">
                <a:solidFill>
                  <a:srgbClr val="FFFFFF"/>
                </a:solidFill>
              </a:defRPr>
            </a:lvl5pPr>
            <a:lvl6pPr>
              <a:defRPr sz="2100" b="0">
                <a:solidFill>
                  <a:srgbClr val="FFFFFF"/>
                </a:solidFill>
              </a:defRPr>
            </a:lvl6pPr>
            <a:lvl7pPr>
              <a:defRPr sz="2100" b="0">
                <a:solidFill>
                  <a:srgbClr val="FFFFFF"/>
                </a:solidFill>
              </a:defRPr>
            </a:lvl7pPr>
            <a:lvl8pPr>
              <a:defRPr sz="2100" b="0">
                <a:solidFill>
                  <a:srgbClr val="FFFFFF"/>
                </a:solidFill>
              </a:defRPr>
            </a:lvl8pPr>
            <a:lvl9pPr>
              <a:defRPr sz="210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FFFFF"/>
                </a:solidFill>
              </a:defRPr>
            </a:pPr>
            <a:r>
              <a:rPr sz="2100" b="0">
                <a:solidFill>
                  <a:srgbClr val="FFFFFF"/>
                </a:solidFill>
              </a:rPr>
              <a:t>Different images in indexed slices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3549C9-5E4E-4BC2-92FA-B516C980E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762375"/>
            <a:ext cx="333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FFFFFF"/>
                </a:solidFill>
              </a:defRPr>
            </a:defPPr>
            <a:lvl1pPr>
              <a:defRPr sz="1950" b="0">
                <a:solidFill>
                  <a:srgbClr val="FFFFFF"/>
                </a:solidFill>
              </a:defRPr>
            </a:lvl1pPr>
            <a:lvl2pPr>
              <a:defRPr sz="1950" b="0">
                <a:solidFill>
                  <a:srgbClr val="FFFFFF"/>
                </a:solidFill>
              </a:defRPr>
            </a:lvl2pPr>
            <a:lvl3pPr>
              <a:defRPr sz="1950" b="0">
                <a:solidFill>
                  <a:srgbClr val="FFFFFF"/>
                </a:solidFill>
              </a:defRPr>
            </a:lvl3pPr>
            <a:lvl4pPr>
              <a:defRPr sz="1950" b="0">
                <a:solidFill>
                  <a:srgbClr val="FFFFFF"/>
                </a:solidFill>
              </a:defRPr>
            </a:lvl4pPr>
            <a:lvl5pPr>
              <a:defRPr sz="1950" b="0">
                <a:solidFill>
                  <a:srgbClr val="FFFFFF"/>
                </a:solidFill>
              </a:defRPr>
            </a:lvl5pPr>
            <a:lvl6pPr>
              <a:defRPr sz="1950" b="0">
                <a:solidFill>
                  <a:srgbClr val="FFFFFF"/>
                </a:solidFill>
              </a:defRPr>
            </a:lvl6pPr>
            <a:lvl7pPr>
              <a:defRPr sz="1950" b="0">
                <a:solidFill>
                  <a:srgbClr val="FFFFFF"/>
                </a:solidFill>
              </a:defRPr>
            </a:lvl7pPr>
            <a:lvl8pPr>
              <a:defRPr sz="1950" b="0">
                <a:solidFill>
                  <a:srgbClr val="FFFFFF"/>
                </a:solidFill>
              </a:defRPr>
            </a:lvl8pPr>
            <a:lvl9pPr>
              <a:defRPr sz="195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FFFFFF"/>
                </a:solidFill>
              </a:defRPr>
            </a:pPr>
            <a:r>
              <a:rPr sz="1950" b="0">
                <a:solidFill>
                  <a:srgbClr val="FFFFFF"/>
                </a:solidFill>
              </a:rPr>
              <a:t>Sample with UV + slice index.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57D3FA-89D2-4526-A4B9-B1A2AF6C0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76250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C4D3E3"/>
                </a:solidFill>
              </a:defRPr>
            </a:defPPr>
            <a:lvl1pPr>
              <a:defRPr sz="1800" b="0">
                <a:solidFill>
                  <a:srgbClr val="C4D3E3"/>
                </a:solidFill>
              </a:defRPr>
            </a:lvl1pPr>
            <a:lvl2pPr>
              <a:defRPr sz="1800" b="0">
                <a:solidFill>
                  <a:srgbClr val="C4D3E3"/>
                </a:solidFill>
              </a:defRPr>
            </a:lvl2pPr>
            <a:lvl3pPr>
              <a:defRPr sz="1800" b="0">
                <a:solidFill>
                  <a:srgbClr val="C4D3E3"/>
                </a:solidFill>
              </a:defRPr>
            </a:lvl3pPr>
            <a:lvl4pPr>
              <a:defRPr sz="1800" b="0">
                <a:solidFill>
                  <a:srgbClr val="C4D3E3"/>
                </a:solidFill>
              </a:defRPr>
            </a:lvl4pPr>
            <a:lvl5pPr>
              <a:defRPr sz="1800" b="0">
                <a:solidFill>
                  <a:srgbClr val="C4D3E3"/>
                </a:solidFill>
              </a:defRPr>
            </a:lvl5pPr>
            <a:lvl6pPr>
              <a:defRPr sz="1800" b="0">
                <a:solidFill>
                  <a:srgbClr val="C4D3E3"/>
                </a:solidFill>
              </a:defRPr>
            </a:lvl6pPr>
            <a:lvl7pPr>
              <a:defRPr sz="1800" b="0">
                <a:solidFill>
                  <a:srgbClr val="C4D3E3"/>
                </a:solidFill>
              </a:defRPr>
            </a:lvl7pPr>
            <a:lvl8pPr>
              <a:defRPr sz="1800" b="0">
                <a:solidFill>
                  <a:srgbClr val="C4D3E3"/>
                </a:solidFill>
              </a:defRPr>
            </a:lvl8pPr>
            <a:lvl9pPr>
              <a:defRPr sz="1800" b="0">
                <a:solidFill>
                  <a:srgbClr val="C4D3E3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C4D3E3"/>
                </a:solidFill>
              </a:defRPr>
            </a:pPr>
            <a:r>
              <a:rPr sz="1800" b="0">
                <a:solidFill>
                  <a:srgbClr val="C4D3E3"/>
                </a:solidFill>
              </a:rPr>
              <a:t>Keep matching map slices aligned.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C476B6-F65A-465B-A70A-24BBCB109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72D4C1"/>
                </a:solidFill>
              </a:defRPr>
            </a:defPPr>
            <a:lvl1pPr>
              <a:defRPr sz="1875" b="1">
                <a:solidFill>
                  <a:srgbClr val="72D4C1"/>
                </a:solidFill>
              </a:defRPr>
            </a:lvl1pPr>
            <a:lvl2pPr>
              <a:defRPr sz="1875" b="1">
                <a:solidFill>
                  <a:srgbClr val="72D4C1"/>
                </a:solidFill>
              </a:defRPr>
            </a:lvl2pPr>
            <a:lvl3pPr>
              <a:defRPr sz="1875" b="1">
                <a:solidFill>
                  <a:srgbClr val="72D4C1"/>
                </a:solidFill>
              </a:defRPr>
            </a:lvl3pPr>
            <a:lvl4pPr>
              <a:defRPr sz="1875" b="1">
                <a:solidFill>
                  <a:srgbClr val="72D4C1"/>
                </a:solidFill>
              </a:defRPr>
            </a:lvl4pPr>
            <a:lvl5pPr>
              <a:defRPr sz="1875" b="1">
                <a:solidFill>
                  <a:srgbClr val="72D4C1"/>
                </a:solidFill>
              </a:defRPr>
            </a:lvl5pPr>
            <a:lvl6pPr>
              <a:defRPr sz="1875" b="1">
                <a:solidFill>
                  <a:srgbClr val="72D4C1"/>
                </a:solidFill>
              </a:defRPr>
            </a:lvl6pPr>
            <a:lvl7pPr>
              <a:defRPr sz="1875" b="1">
                <a:solidFill>
                  <a:srgbClr val="72D4C1"/>
                </a:solidFill>
              </a:defRPr>
            </a:lvl7pPr>
            <a:lvl8pPr>
              <a:defRPr sz="1875" b="1">
                <a:solidFill>
                  <a:srgbClr val="72D4C1"/>
                </a:solidFill>
              </a:defRPr>
            </a:lvl8pPr>
            <a:lvl9pPr>
              <a:defRPr sz="1875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72D4C1"/>
                </a:solidFill>
              </a:defRPr>
            </a:pPr>
            <a:r>
              <a:rPr sz="1875" b="1">
                <a:solidFill>
                  <a:srgbClr val="72D4C1"/>
                </a:solidFill>
              </a:rPr>
              <a:t>Week 10: compare the same result, then measure memory and rendering cost.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5A039C-D4B3-465E-92F9-1E44B5310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C4D3E3"/>
                </a:solidFill>
              </a:defRPr>
            </a:defPPr>
            <a:lvl1pPr>
              <a:defRPr sz="1200" b="0">
                <a:solidFill>
                  <a:srgbClr val="C4D3E3"/>
                </a:solidFill>
              </a:defRPr>
            </a:lvl1pPr>
            <a:lvl2pPr>
              <a:defRPr sz="1200" b="0">
                <a:solidFill>
                  <a:srgbClr val="C4D3E3"/>
                </a:solidFill>
              </a:defRPr>
            </a:lvl2pPr>
            <a:lvl3pPr>
              <a:defRPr sz="1200" b="0">
                <a:solidFill>
                  <a:srgbClr val="C4D3E3"/>
                </a:solidFill>
              </a:defRPr>
            </a:lvl3pPr>
            <a:lvl4pPr>
              <a:defRPr sz="1200" b="0">
                <a:solidFill>
                  <a:srgbClr val="C4D3E3"/>
                </a:solidFill>
              </a:defRPr>
            </a:lvl4pPr>
            <a:lvl5pPr>
              <a:defRPr sz="1200" b="0">
                <a:solidFill>
                  <a:srgbClr val="C4D3E3"/>
                </a:solidFill>
              </a:defRPr>
            </a:lvl5pPr>
            <a:lvl6pPr>
              <a:defRPr sz="1200" b="0">
                <a:solidFill>
                  <a:srgbClr val="C4D3E3"/>
                </a:solidFill>
              </a:defRPr>
            </a:lvl6pPr>
            <a:lvl7pPr>
              <a:defRPr sz="1200" b="0">
                <a:solidFill>
                  <a:srgbClr val="C4D3E3"/>
                </a:solidFill>
              </a:defRPr>
            </a:lvl7pPr>
            <a:lvl8pPr>
              <a:defRPr sz="1200" b="0">
                <a:solidFill>
                  <a:srgbClr val="C4D3E3"/>
                </a:solidFill>
              </a:defRPr>
            </a:lvl8pPr>
            <a:lvl9pPr>
              <a:defRPr sz="1200" b="0">
                <a:solidFill>
                  <a:srgbClr val="C4D3E3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C4D3E3"/>
                </a:solidFill>
              </a:defRPr>
            </a:pPr>
            <a:r>
              <a:rPr sz="1200" b="0">
                <a:solidFill>
                  <a:srgbClr val="C4D3E3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726543406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0A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7FFB9C-EE08-4A7D-9416-FF13898627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cff0e9cdd7435d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D13B01-E35F-4A8E-9ADC-E15090C32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B6A0FF"/>
                </a:solidFill>
              </a:defRPr>
            </a:defPPr>
            <a:lvl1pPr>
              <a:defRPr sz="1350" b="1">
                <a:solidFill>
                  <a:srgbClr val="B6A0FF"/>
                </a:solidFill>
              </a:defRPr>
            </a:lvl1pPr>
            <a:lvl2pPr>
              <a:defRPr sz="1350" b="1">
                <a:solidFill>
                  <a:srgbClr val="B6A0FF"/>
                </a:solidFill>
              </a:defRPr>
            </a:lvl2pPr>
            <a:lvl3pPr>
              <a:defRPr sz="1350" b="1">
                <a:solidFill>
                  <a:srgbClr val="B6A0FF"/>
                </a:solidFill>
              </a:defRPr>
            </a:lvl3pPr>
            <a:lvl4pPr>
              <a:defRPr sz="1350" b="1">
                <a:solidFill>
                  <a:srgbClr val="B6A0FF"/>
                </a:solidFill>
              </a:defRPr>
            </a:lvl4pPr>
            <a:lvl5pPr>
              <a:defRPr sz="1350" b="1">
                <a:solidFill>
                  <a:srgbClr val="B6A0FF"/>
                </a:solidFill>
              </a:defRPr>
            </a:lvl5pPr>
            <a:lvl6pPr>
              <a:defRPr sz="1350" b="1">
                <a:solidFill>
                  <a:srgbClr val="B6A0FF"/>
                </a:solidFill>
              </a:defRPr>
            </a:lvl6pPr>
            <a:lvl7pPr>
              <a:defRPr sz="1350" b="1">
                <a:solidFill>
                  <a:srgbClr val="B6A0FF"/>
                </a:solidFill>
              </a:defRPr>
            </a:lvl7pPr>
            <a:lvl8pPr>
              <a:defRPr sz="1350" b="1">
                <a:solidFill>
                  <a:srgbClr val="B6A0FF"/>
                </a:solidFill>
              </a:defRPr>
            </a:lvl8pPr>
            <a:lvl9pPr>
              <a:defRPr sz="1350" b="1">
                <a:solidFill>
                  <a:srgbClr val="B6A0FF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6A0FF"/>
                </a:solidFill>
              </a:defRPr>
            </a:pPr>
            <a:r>
              <a:rPr sz="1350" b="1">
                <a:solidFill>
                  <a:srgbClr val="B6A0FF"/>
                </a:solidFill>
              </a:rPr>
              <a:t>OPTIONAL · WATER SHADER REFERENCE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9D66FE-F116-4CB9-90A3-F5FEA5356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FFFFF"/>
                </a:solidFill>
              </a:defRPr>
            </a:defPPr>
            <a:lvl1pPr>
              <a:defRPr sz="3150" b="1">
                <a:solidFill>
                  <a:srgbClr val="FFFFFF"/>
                </a:solidFill>
              </a:defRPr>
            </a:lvl1pPr>
            <a:lvl2pPr>
              <a:defRPr sz="3150" b="1">
                <a:solidFill>
                  <a:srgbClr val="FFFFFF"/>
                </a:solidFill>
              </a:defRPr>
            </a:lvl2pPr>
            <a:lvl3pPr>
              <a:defRPr sz="3150" b="1">
                <a:solidFill>
                  <a:srgbClr val="FFFFFF"/>
                </a:solidFill>
              </a:defRPr>
            </a:lvl3pPr>
            <a:lvl4pPr>
              <a:defRPr sz="3150" b="1">
                <a:solidFill>
                  <a:srgbClr val="FFFFFF"/>
                </a:solidFill>
              </a:defRPr>
            </a:lvl4pPr>
            <a:lvl5pPr>
              <a:defRPr sz="3150" b="1">
                <a:solidFill>
                  <a:srgbClr val="FFFFFF"/>
                </a:solidFill>
              </a:defRPr>
            </a:lvl5pPr>
            <a:lvl6pPr>
              <a:defRPr sz="3150" b="1">
                <a:solidFill>
                  <a:srgbClr val="FFFFFF"/>
                </a:solidFill>
              </a:defRPr>
            </a:lvl6pPr>
            <a:lvl7pPr>
              <a:defRPr sz="3150" b="1">
                <a:solidFill>
                  <a:srgbClr val="FFFFFF"/>
                </a:solidFill>
              </a:defRPr>
            </a:lvl7pPr>
            <a:lvl8pPr>
              <a:defRPr sz="3150" b="1">
                <a:solidFill>
                  <a:srgbClr val="FFFFFF"/>
                </a:solidFill>
              </a:defRPr>
            </a:lvl8pPr>
            <a:lvl9pPr>
              <a:defRPr sz="31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Flow mask and flow direction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455CD6-BD26-444C-866B-A604CD9FB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72D4C1"/>
                </a:solidFill>
              </a:defRPr>
            </a:defPPr>
            <a:lvl1pPr>
              <a:defRPr sz="2250" b="1">
                <a:solidFill>
                  <a:srgbClr val="72D4C1"/>
                </a:solidFill>
              </a:defRPr>
            </a:lvl1pPr>
            <a:lvl2pPr>
              <a:defRPr sz="2250" b="1">
                <a:solidFill>
                  <a:srgbClr val="72D4C1"/>
                </a:solidFill>
              </a:defRPr>
            </a:lvl2pPr>
            <a:lvl3pPr>
              <a:defRPr sz="2250" b="1">
                <a:solidFill>
                  <a:srgbClr val="72D4C1"/>
                </a:solidFill>
              </a:defRPr>
            </a:lvl3pPr>
            <a:lvl4pPr>
              <a:defRPr sz="2250" b="1">
                <a:solidFill>
                  <a:srgbClr val="72D4C1"/>
                </a:solidFill>
              </a:defRPr>
            </a:lvl4pPr>
            <a:lvl5pPr>
              <a:defRPr sz="2250" b="1">
                <a:solidFill>
                  <a:srgbClr val="72D4C1"/>
                </a:solidFill>
              </a:defRPr>
            </a:lvl5pPr>
            <a:lvl6pPr>
              <a:defRPr sz="2250" b="1">
                <a:solidFill>
                  <a:srgbClr val="72D4C1"/>
                </a:solidFill>
              </a:defRPr>
            </a:lvl6pPr>
            <a:lvl7pPr>
              <a:defRPr sz="2250" b="1">
                <a:solidFill>
                  <a:srgbClr val="72D4C1"/>
                </a:solidFill>
              </a:defRPr>
            </a:lvl7pPr>
            <a:lvl8pPr>
              <a:defRPr sz="2250" b="1">
                <a:solidFill>
                  <a:srgbClr val="72D4C1"/>
                </a:solidFill>
              </a:defRPr>
            </a:lvl8pPr>
            <a:lvl9pPr>
              <a:defRPr sz="2250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72D4C1"/>
                </a:solidFill>
              </a:defRPr>
            </a:pPr>
            <a:r>
              <a:rPr sz="2250" b="1">
                <a:solidFill>
                  <a:srgbClr val="72D4C1"/>
                </a:solidFill>
              </a:rPr>
              <a:t>Mask · where / how much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BDC20D-BE25-4455-B810-51CB3958F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5048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FFFFFF"/>
                </a:solidFill>
              </a:defRPr>
            </a:defPPr>
            <a:lvl1pPr>
              <a:defRPr sz="2100" b="0">
                <a:solidFill>
                  <a:srgbClr val="FFFFFF"/>
                </a:solidFill>
              </a:defRPr>
            </a:lvl1pPr>
            <a:lvl2pPr>
              <a:defRPr sz="2100" b="0">
                <a:solidFill>
                  <a:srgbClr val="FFFFFF"/>
                </a:solidFill>
              </a:defRPr>
            </a:lvl2pPr>
            <a:lvl3pPr>
              <a:defRPr sz="2100" b="0">
                <a:solidFill>
                  <a:srgbClr val="FFFFFF"/>
                </a:solidFill>
              </a:defRPr>
            </a:lvl3pPr>
            <a:lvl4pPr>
              <a:defRPr sz="2100" b="0">
                <a:solidFill>
                  <a:srgbClr val="FFFFFF"/>
                </a:solidFill>
              </a:defRPr>
            </a:lvl4pPr>
            <a:lvl5pPr>
              <a:defRPr sz="2100" b="0">
                <a:solidFill>
                  <a:srgbClr val="FFFFFF"/>
                </a:solidFill>
              </a:defRPr>
            </a:lvl5pPr>
            <a:lvl6pPr>
              <a:defRPr sz="2100" b="0">
                <a:solidFill>
                  <a:srgbClr val="FFFFFF"/>
                </a:solidFill>
              </a:defRPr>
            </a:lvl6pPr>
            <a:lvl7pPr>
              <a:defRPr sz="2100" b="0">
                <a:solidFill>
                  <a:srgbClr val="FFFFFF"/>
                </a:solidFill>
              </a:defRPr>
            </a:lvl7pPr>
            <a:lvl8pPr>
              <a:defRPr sz="2100" b="0">
                <a:solidFill>
                  <a:srgbClr val="FFFFFF"/>
                </a:solidFill>
              </a:defRPr>
            </a:lvl8pPr>
            <a:lvl9pPr>
              <a:defRPr sz="210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FFFFF"/>
                </a:solidFill>
              </a:defRPr>
            </a:pPr>
            <a:r>
              <a:rPr sz="2100" b="0">
                <a:solidFill>
                  <a:srgbClr val="FFFFFF"/>
                </a:solidFill>
              </a:rPr>
              <a:t>A scalar weight from 0 to 1.</a:t>
            </a:r>
          </a:p>
          <a:p xmlns:a="http://schemas.openxmlformats.org/drawingml/2006/main">
            <a:pPr>
              <a:defRPr sz="2100" b="0">
                <a:solidFill>
                  <a:srgbClr val="FFFFFF"/>
                </a:solidFill>
              </a:defRPr>
            </a:pPr>
            <a:r>
              <a:rPr sz="2100" b="0">
                <a:solidFill>
                  <a:srgbClr val="FFFFFF"/>
                </a:solidFill>
              </a:rPr>
              <a:t>Use it to limit flow near a bank</a:t>
            </a:r>
          </a:p>
          <a:p xmlns:a="http://schemas.openxmlformats.org/drawingml/2006/main">
            <a:pPr>
              <a:defRPr sz="2100" b="0">
                <a:solidFill>
                  <a:srgbClr val="FFFFFF"/>
                </a:solidFill>
              </a:defRPr>
            </a:pPr>
            <a:r>
              <a:rPr sz="2100" b="0">
                <a:solidFill>
                  <a:srgbClr val="FFFFFF"/>
                </a:solidFill>
              </a:rPr>
              <a:t>or blend still and flowing detail.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45D00F-2A7C-44B3-8A39-42E513B56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95500"/>
            <a:ext cx="5200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72D4C1"/>
                </a:solidFill>
              </a:defRPr>
            </a:defPPr>
            <a:lvl1pPr>
              <a:defRPr sz="2250" b="1">
                <a:solidFill>
                  <a:srgbClr val="72D4C1"/>
                </a:solidFill>
              </a:defRPr>
            </a:lvl1pPr>
            <a:lvl2pPr>
              <a:defRPr sz="2250" b="1">
                <a:solidFill>
                  <a:srgbClr val="72D4C1"/>
                </a:solidFill>
              </a:defRPr>
            </a:lvl2pPr>
            <a:lvl3pPr>
              <a:defRPr sz="2250" b="1">
                <a:solidFill>
                  <a:srgbClr val="72D4C1"/>
                </a:solidFill>
              </a:defRPr>
            </a:lvl3pPr>
            <a:lvl4pPr>
              <a:defRPr sz="2250" b="1">
                <a:solidFill>
                  <a:srgbClr val="72D4C1"/>
                </a:solidFill>
              </a:defRPr>
            </a:lvl4pPr>
            <a:lvl5pPr>
              <a:defRPr sz="2250" b="1">
                <a:solidFill>
                  <a:srgbClr val="72D4C1"/>
                </a:solidFill>
              </a:defRPr>
            </a:lvl5pPr>
            <a:lvl6pPr>
              <a:defRPr sz="2250" b="1">
                <a:solidFill>
                  <a:srgbClr val="72D4C1"/>
                </a:solidFill>
              </a:defRPr>
            </a:lvl6pPr>
            <a:lvl7pPr>
              <a:defRPr sz="2250" b="1">
                <a:solidFill>
                  <a:srgbClr val="72D4C1"/>
                </a:solidFill>
              </a:defRPr>
            </a:lvl7pPr>
            <a:lvl8pPr>
              <a:defRPr sz="2250" b="1">
                <a:solidFill>
                  <a:srgbClr val="72D4C1"/>
                </a:solidFill>
              </a:defRPr>
            </a:lvl8pPr>
            <a:lvl9pPr>
              <a:defRPr sz="2250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72D4C1"/>
                </a:solidFill>
              </a:defRPr>
            </a:pPr>
            <a:r>
              <a:rPr sz="2250" b="1">
                <a:solidFill>
                  <a:srgbClr val="72D4C1"/>
                </a:solidFill>
              </a:rPr>
              <a:t>Flowmap · which direction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FBF702-C9D2-4EA7-B163-8019ABD66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14625"/>
            <a:ext cx="52006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FFFFFF"/>
                </a:solidFill>
              </a:defRPr>
            </a:defPPr>
            <a:lvl1pPr>
              <a:defRPr sz="2100" b="0">
                <a:solidFill>
                  <a:srgbClr val="FFFFFF"/>
                </a:solidFill>
              </a:defRPr>
            </a:lvl1pPr>
            <a:lvl2pPr>
              <a:defRPr sz="2100" b="0">
                <a:solidFill>
                  <a:srgbClr val="FFFFFF"/>
                </a:solidFill>
              </a:defRPr>
            </a:lvl2pPr>
            <a:lvl3pPr>
              <a:defRPr sz="2100" b="0">
                <a:solidFill>
                  <a:srgbClr val="FFFFFF"/>
                </a:solidFill>
              </a:defRPr>
            </a:lvl3pPr>
            <a:lvl4pPr>
              <a:defRPr sz="2100" b="0">
                <a:solidFill>
                  <a:srgbClr val="FFFFFF"/>
                </a:solidFill>
              </a:defRPr>
            </a:lvl4pPr>
            <a:lvl5pPr>
              <a:defRPr sz="2100" b="0">
                <a:solidFill>
                  <a:srgbClr val="FFFFFF"/>
                </a:solidFill>
              </a:defRPr>
            </a:lvl5pPr>
            <a:lvl6pPr>
              <a:defRPr sz="2100" b="0">
                <a:solidFill>
                  <a:srgbClr val="FFFFFF"/>
                </a:solidFill>
              </a:defRPr>
            </a:lvl6pPr>
            <a:lvl7pPr>
              <a:defRPr sz="2100" b="0">
                <a:solidFill>
                  <a:srgbClr val="FFFFFF"/>
                </a:solidFill>
              </a:defRPr>
            </a:lvl7pPr>
            <a:lvl8pPr>
              <a:defRPr sz="2100" b="0">
                <a:solidFill>
                  <a:srgbClr val="FFFFFF"/>
                </a:solidFill>
              </a:defRPr>
            </a:lvl8pPr>
            <a:lvl9pPr>
              <a:defRPr sz="210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FFFFF"/>
                </a:solidFill>
              </a:defRPr>
            </a:pPr>
            <a:r>
              <a:rPr sz="2100" b="0">
                <a:solidFill>
                  <a:srgbClr val="FFFFFF"/>
                </a:solidFill>
              </a:rPr>
              <a:t>RG stores a 2D direction field.</a:t>
            </a:r>
          </a:p>
          <a:p xmlns:a="http://schemas.openxmlformats.org/drawingml/2006/main">
            <a:pPr>
              <a:defRPr sz="2100" b="0">
                <a:solidFill>
                  <a:srgbClr val="FFFFFF"/>
                </a:solidFill>
              </a:defRPr>
            </a:pPr>
            <a:r>
              <a:rPr sz="2100" b="0">
                <a:solidFill>
                  <a:srgbClr val="FFFFFF"/>
                </a:solidFill>
              </a:rPr>
              <a:t>For a 0–1 encoded map:</a:t>
            </a:r>
          </a:p>
          <a:p xmlns:a="http://schemas.openxmlformats.org/drawingml/2006/main">
            <a:pPr>
              <a:defRPr sz="2100" b="0">
                <a:solidFill>
                  <a:srgbClr val="FFFFFF"/>
                </a:solidFill>
              </a:defRPr>
            </a:pPr>
            <a:r>
              <a:rPr sz="2100" b="0">
                <a:solidFill>
                  <a:srgbClr val="FFFFFF"/>
                </a:solidFill>
              </a:rPr>
              <a:t>direction = RG × 2 − 1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A6206D-1EA5-461E-82DA-86015D6D6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72D4C1"/>
                </a:solidFill>
              </a:defRPr>
            </a:defPPr>
            <a:lvl1pPr>
              <a:defRPr sz="2400" b="1">
                <a:solidFill>
                  <a:srgbClr val="72D4C1"/>
                </a:solidFill>
              </a:defRPr>
            </a:lvl1pPr>
            <a:lvl2pPr>
              <a:defRPr sz="2400" b="1">
                <a:solidFill>
                  <a:srgbClr val="72D4C1"/>
                </a:solidFill>
              </a:defRPr>
            </a:lvl2pPr>
            <a:lvl3pPr>
              <a:defRPr sz="2400" b="1">
                <a:solidFill>
                  <a:srgbClr val="72D4C1"/>
                </a:solidFill>
              </a:defRPr>
            </a:lvl3pPr>
            <a:lvl4pPr>
              <a:defRPr sz="2400" b="1">
                <a:solidFill>
                  <a:srgbClr val="72D4C1"/>
                </a:solidFill>
              </a:defRPr>
            </a:lvl4pPr>
            <a:lvl5pPr>
              <a:defRPr sz="2400" b="1">
                <a:solidFill>
                  <a:srgbClr val="72D4C1"/>
                </a:solidFill>
              </a:defRPr>
            </a:lvl5pPr>
            <a:lvl6pPr>
              <a:defRPr sz="2400" b="1">
                <a:solidFill>
                  <a:srgbClr val="72D4C1"/>
                </a:solidFill>
              </a:defRPr>
            </a:lvl6pPr>
            <a:lvl7pPr>
              <a:defRPr sz="2400" b="1">
                <a:solidFill>
                  <a:srgbClr val="72D4C1"/>
                </a:solidFill>
              </a:defRPr>
            </a:lvl7pPr>
            <a:lvl8pPr>
              <a:defRPr sz="2400" b="1">
                <a:solidFill>
                  <a:srgbClr val="72D4C1"/>
                </a:solidFill>
              </a:defRPr>
            </a:lvl8pPr>
            <a:lvl9pPr>
              <a:defRPr sz="2400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72D4C1"/>
                </a:solidFill>
              </a:defRPr>
            </a:pPr>
            <a:r>
              <a:rPr sz="2400" b="1">
                <a:solidFill>
                  <a:srgbClr val="72D4C1"/>
                </a:solidFill>
              </a:rPr>
              <a:t>Flow influence = direction × mask × speed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7E6557-89DC-4EA2-B5EE-B1496DD88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FFFFFF"/>
                </a:solidFill>
              </a:defRPr>
            </a:defPPr>
            <a:lvl1pPr>
              <a:defRPr sz="1950" b="0">
                <a:solidFill>
                  <a:srgbClr val="FFFFFF"/>
                </a:solidFill>
              </a:defRPr>
            </a:lvl1pPr>
            <a:lvl2pPr>
              <a:defRPr sz="1950" b="0">
                <a:solidFill>
                  <a:srgbClr val="FFFFFF"/>
                </a:solidFill>
              </a:defRPr>
            </a:lvl2pPr>
            <a:lvl3pPr>
              <a:defRPr sz="1950" b="0">
                <a:solidFill>
                  <a:srgbClr val="FFFFFF"/>
                </a:solidFill>
              </a:defRPr>
            </a:lvl3pPr>
            <a:lvl4pPr>
              <a:defRPr sz="1950" b="0">
                <a:solidFill>
                  <a:srgbClr val="FFFFFF"/>
                </a:solidFill>
              </a:defRPr>
            </a:lvl4pPr>
            <a:lvl5pPr>
              <a:defRPr sz="1950" b="0">
                <a:solidFill>
                  <a:srgbClr val="FFFFFF"/>
                </a:solidFill>
              </a:defRPr>
            </a:lvl5pPr>
            <a:lvl6pPr>
              <a:defRPr sz="1950" b="0">
                <a:solidFill>
                  <a:srgbClr val="FFFFFF"/>
                </a:solidFill>
              </a:defRPr>
            </a:lvl6pPr>
            <a:lvl7pPr>
              <a:defRPr sz="1950" b="0">
                <a:solidFill>
                  <a:srgbClr val="FFFFFF"/>
                </a:solidFill>
              </a:defRPr>
            </a:lvl7pPr>
            <a:lvl8pPr>
              <a:defRPr sz="1950" b="0">
                <a:solidFill>
                  <a:srgbClr val="FFFFFF"/>
                </a:solidFill>
              </a:defRPr>
            </a:lvl8pPr>
            <a:lvl9pPr>
              <a:defRPr sz="195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FFFFFF"/>
                </a:solidFill>
              </a:defRPr>
            </a:pPr>
            <a:r>
              <a:rPr sz="1950" b="0">
                <a:solidFill>
                  <a:srgbClr val="FFFFFF"/>
                </a:solidFill>
              </a:rPr>
              <a:t>Compare mask 0 → 1 while keeping direction, speed and view fixed.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A3D682-EC1B-4C4C-98E0-2260D226A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C4D3E3"/>
                </a:solidFill>
              </a:defRPr>
            </a:defPPr>
            <a:lvl1pPr>
              <a:defRPr sz="1650" b="0">
                <a:solidFill>
                  <a:srgbClr val="C4D3E3"/>
                </a:solidFill>
              </a:defRPr>
            </a:lvl1pPr>
            <a:lvl2pPr>
              <a:defRPr sz="1650" b="0">
                <a:solidFill>
                  <a:srgbClr val="C4D3E3"/>
                </a:solidFill>
              </a:defRPr>
            </a:lvl2pPr>
            <a:lvl3pPr>
              <a:defRPr sz="1650" b="0">
                <a:solidFill>
                  <a:srgbClr val="C4D3E3"/>
                </a:solidFill>
              </a:defRPr>
            </a:lvl3pPr>
            <a:lvl4pPr>
              <a:defRPr sz="1650" b="0">
                <a:solidFill>
                  <a:srgbClr val="C4D3E3"/>
                </a:solidFill>
              </a:defRPr>
            </a:lvl4pPr>
            <a:lvl5pPr>
              <a:defRPr sz="1650" b="0">
                <a:solidFill>
                  <a:srgbClr val="C4D3E3"/>
                </a:solidFill>
              </a:defRPr>
            </a:lvl5pPr>
            <a:lvl6pPr>
              <a:defRPr sz="1650" b="0">
                <a:solidFill>
                  <a:srgbClr val="C4D3E3"/>
                </a:solidFill>
              </a:defRPr>
            </a:lvl6pPr>
            <a:lvl7pPr>
              <a:defRPr sz="1650" b="0">
                <a:solidFill>
                  <a:srgbClr val="C4D3E3"/>
                </a:solidFill>
              </a:defRPr>
            </a:lvl7pPr>
            <a:lvl8pPr>
              <a:defRPr sz="1650" b="0">
                <a:solidFill>
                  <a:srgbClr val="C4D3E3"/>
                </a:solidFill>
              </a:defRPr>
            </a:lvl8pPr>
            <a:lvl9pPr>
              <a:defRPr sz="1650" b="0">
                <a:solidFill>
                  <a:srgbClr val="C4D3E3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C4D3E3"/>
                </a:solidFill>
              </a:defRPr>
            </a:pPr>
            <a:r>
              <a:rPr sz="1650" b="0">
                <a:solidFill>
                  <a:srgbClr val="C4D3E3"/>
                </a:solidFill>
              </a:rPr>
              <a:t>Texture motion does not move the mesh. Keep this an optional extension.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DAFB29-7EED-4955-AD1F-EDD15EB87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C4D3E3"/>
                </a:solidFill>
              </a:defRPr>
            </a:defPPr>
            <a:lvl1pPr>
              <a:defRPr sz="1200" b="0">
                <a:solidFill>
                  <a:srgbClr val="C4D3E3"/>
                </a:solidFill>
              </a:defRPr>
            </a:lvl1pPr>
            <a:lvl2pPr>
              <a:defRPr sz="1200" b="0">
                <a:solidFill>
                  <a:srgbClr val="C4D3E3"/>
                </a:solidFill>
              </a:defRPr>
            </a:lvl2pPr>
            <a:lvl3pPr>
              <a:defRPr sz="1200" b="0">
                <a:solidFill>
                  <a:srgbClr val="C4D3E3"/>
                </a:solidFill>
              </a:defRPr>
            </a:lvl3pPr>
            <a:lvl4pPr>
              <a:defRPr sz="1200" b="0">
                <a:solidFill>
                  <a:srgbClr val="C4D3E3"/>
                </a:solidFill>
              </a:defRPr>
            </a:lvl4pPr>
            <a:lvl5pPr>
              <a:defRPr sz="1200" b="0">
                <a:solidFill>
                  <a:srgbClr val="C4D3E3"/>
                </a:solidFill>
              </a:defRPr>
            </a:lvl5pPr>
            <a:lvl6pPr>
              <a:defRPr sz="1200" b="0">
                <a:solidFill>
                  <a:srgbClr val="C4D3E3"/>
                </a:solidFill>
              </a:defRPr>
            </a:lvl6pPr>
            <a:lvl7pPr>
              <a:defRPr sz="1200" b="0">
                <a:solidFill>
                  <a:srgbClr val="C4D3E3"/>
                </a:solidFill>
              </a:defRPr>
            </a:lvl7pPr>
            <a:lvl8pPr>
              <a:defRPr sz="1200" b="0">
                <a:solidFill>
                  <a:srgbClr val="C4D3E3"/>
                </a:solidFill>
              </a:defRPr>
            </a:lvl8pPr>
            <a:lvl9pPr>
              <a:defRPr sz="1200" b="0">
                <a:solidFill>
                  <a:srgbClr val="C4D3E3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C4D3E3"/>
                </a:solidFill>
              </a:defRPr>
            </a:pPr>
            <a:r>
              <a:rPr sz="1200" b="0">
                <a:solidFill>
                  <a:srgbClr val="C4D3E3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101909169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0A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A26C4A-F152-4C61-8008-832E04B38D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e52fe8f79c4d6d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782008-5DC8-408F-B789-03267504F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B6A0FF"/>
                </a:solidFill>
              </a:defRPr>
            </a:defPPr>
            <a:lvl1pPr>
              <a:defRPr sz="1350" b="1">
                <a:solidFill>
                  <a:srgbClr val="B6A0FF"/>
                </a:solidFill>
              </a:defRPr>
            </a:lvl1pPr>
            <a:lvl2pPr>
              <a:defRPr sz="1350" b="1">
                <a:solidFill>
                  <a:srgbClr val="B6A0FF"/>
                </a:solidFill>
              </a:defRPr>
            </a:lvl2pPr>
            <a:lvl3pPr>
              <a:defRPr sz="1350" b="1">
                <a:solidFill>
                  <a:srgbClr val="B6A0FF"/>
                </a:solidFill>
              </a:defRPr>
            </a:lvl3pPr>
            <a:lvl4pPr>
              <a:defRPr sz="1350" b="1">
                <a:solidFill>
                  <a:srgbClr val="B6A0FF"/>
                </a:solidFill>
              </a:defRPr>
            </a:lvl4pPr>
            <a:lvl5pPr>
              <a:defRPr sz="1350" b="1">
                <a:solidFill>
                  <a:srgbClr val="B6A0FF"/>
                </a:solidFill>
              </a:defRPr>
            </a:lvl5pPr>
            <a:lvl6pPr>
              <a:defRPr sz="1350" b="1">
                <a:solidFill>
                  <a:srgbClr val="B6A0FF"/>
                </a:solidFill>
              </a:defRPr>
            </a:lvl6pPr>
            <a:lvl7pPr>
              <a:defRPr sz="1350" b="1">
                <a:solidFill>
                  <a:srgbClr val="B6A0FF"/>
                </a:solidFill>
              </a:defRPr>
            </a:lvl7pPr>
            <a:lvl8pPr>
              <a:defRPr sz="1350" b="1">
                <a:solidFill>
                  <a:srgbClr val="B6A0FF"/>
                </a:solidFill>
              </a:defRPr>
            </a:lvl8pPr>
            <a:lvl9pPr>
              <a:defRPr sz="1350" b="1">
                <a:solidFill>
                  <a:srgbClr val="B6A0FF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6A0FF"/>
                </a:solidFill>
              </a:defRPr>
            </a:pPr>
            <a:r>
              <a:rPr sz="1350" b="1">
                <a:solidFill>
                  <a:srgbClr val="B6A0FF"/>
                </a:solidFill>
              </a:rPr>
              <a:t>OPTIONAL · DECAL RECEIVERS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64B11E-30E6-4D72-A2D1-351181F41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FFFFF"/>
                </a:solidFill>
              </a:defRPr>
            </a:defPPr>
            <a:lvl1pPr>
              <a:defRPr sz="3150" b="1">
                <a:solidFill>
                  <a:srgbClr val="FFFFFF"/>
                </a:solidFill>
              </a:defRPr>
            </a:lvl1pPr>
            <a:lvl2pPr>
              <a:defRPr sz="3150" b="1">
                <a:solidFill>
                  <a:srgbClr val="FFFFFF"/>
                </a:solidFill>
              </a:defRPr>
            </a:lvl2pPr>
            <a:lvl3pPr>
              <a:defRPr sz="3150" b="1">
                <a:solidFill>
                  <a:srgbClr val="FFFFFF"/>
                </a:solidFill>
              </a:defRPr>
            </a:lvl3pPr>
            <a:lvl4pPr>
              <a:defRPr sz="3150" b="1">
                <a:solidFill>
                  <a:srgbClr val="FFFFFF"/>
                </a:solidFill>
              </a:defRPr>
            </a:lvl4pPr>
            <a:lvl5pPr>
              <a:defRPr sz="3150" b="1">
                <a:solidFill>
                  <a:srgbClr val="FFFFFF"/>
                </a:solidFill>
              </a:defRPr>
            </a:lvl5pPr>
            <a:lvl6pPr>
              <a:defRPr sz="3150" b="1">
                <a:solidFill>
                  <a:srgbClr val="FFFFFF"/>
                </a:solidFill>
              </a:defRPr>
            </a:lvl6pPr>
            <a:lvl7pPr>
              <a:defRPr sz="3150" b="1">
                <a:solidFill>
                  <a:srgbClr val="FFFFFF"/>
                </a:solidFill>
              </a:defRPr>
            </a:lvl7pPr>
            <a:lvl8pPr>
              <a:defRPr sz="3150" b="1">
                <a:solidFill>
                  <a:srgbClr val="FFFFFF"/>
                </a:solidFill>
              </a:defRPr>
            </a:lvl8pPr>
            <a:lvl9pPr>
              <a:defRPr sz="31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Custom decal response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3331E3-0D4E-462B-93DB-49FB1BBDD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72D4C1"/>
                </a:solidFill>
              </a:defRPr>
            </a:defPPr>
            <a:lvl1pPr>
              <a:defRPr sz="1650" b="1">
                <a:solidFill>
                  <a:srgbClr val="72D4C1"/>
                </a:solidFill>
              </a:defRPr>
            </a:lvl1pPr>
            <a:lvl2pPr>
              <a:defRPr sz="1650" b="1">
                <a:solidFill>
                  <a:srgbClr val="72D4C1"/>
                </a:solidFill>
              </a:defRPr>
            </a:lvl2pPr>
            <a:lvl3pPr>
              <a:defRPr sz="1650" b="1">
                <a:solidFill>
                  <a:srgbClr val="72D4C1"/>
                </a:solidFill>
              </a:defRPr>
            </a:lvl3pPr>
            <a:lvl4pPr>
              <a:defRPr sz="1650" b="1">
                <a:solidFill>
                  <a:srgbClr val="72D4C1"/>
                </a:solidFill>
              </a:defRPr>
            </a:lvl4pPr>
            <a:lvl5pPr>
              <a:defRPr sz="1650" b="1">
                <a:solidFill>
                  <a:srgbClr val="72D4C1"/>
                </a:solidFill>
              </a:defRPr>
            </a:lvl5pPr>
            <a:lvl6pPr>
              <a:defRPr sz="1650" b="1">
                <a:solidFill>
                  <a:srgbClr val="72D4C1"/>
                </a:solidFill>
              </a:defRPr>
            </a:lvl6pPr>
            <a:lvl7pPr>
              <a:defRPr sz="1650" b="1">
                <a:solidFill>
                  <a:srgbClr val="72D4C1"/>
                </a:solidFill>
              </a:defRPr>
            </a:lvl7pPr>
            <a:lvl8pPr>
              <a:defRPr sz="1650" b="1">
                <a:solidFill>
                  <a:srgbClr val="72D4C1"/>
                </a:solidFill>
              </a:defRPr>
            </a:lvl8pPr>
            <a:lvl9pPr>
              <a:defRPr sz="1650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72D4C1"/>
                </a:solidFill>
              </a:defRPr>
            </a:pPr>
            <a:r>
              <a:rPr sz="1650" b="1">
                <a:solidFill>
                  <a:srgbClr val="72D4C1"/>
                </a:solidFill>
              </a:rPr>
              <a:t>PROJECTED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6249B7-11C2-477A-88AD-47D0B243C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0507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FFFFFF"/>
                </a:solidFill>
              </a:defRPr>
            </a:defPPr>
            <a:lvl1pPr>
              <a:defRPr sz="2250" b="0">
                <a:solidFill>
                  <a:srgbClr val="FFFFFF"/>
                </a:solidFill>
              </a:defRPr>
            </a:lvl1pPr>
            <a:lvl2pPr>
              <a:defRPr sz="2250" b="0">
                <a:solidFill>
                  <a:srgbClr val="FFFFFF"/>
                </a:solidFill>
              </a:defRPr>
            </a:lvl2pPr>
            <a:lvl3pPr>
              <a:defRPr sz="2250" b="0">
                <a:solidFill>
                  <a:srgbClr val="FFFFFF"/>
                </a:solidFill>
              </a:defRPr>
            </a:lvl3pPr>
            <a:lvl4pPr>
              <a:defRPr sz="2250" b="0">
                <a:solidFill>
                  <a:srgbClr val="FFFFFF"/>
                </a:solidFill>
              </a:defRPr>
            </a:lvl4pPr>
            <a:lvl5pPr>
              <a:defRPr sz="2250" b="0">
                <a:solidFill>
                  <a:srgbClr val="FFFFFF"/>
                </a:solidFill>
              </a:defRPr>
            </a:lvl5pPr>
            <a:lvl6pPr>
              <a:defRPr sz="2250" b="0">
                <a:solidFill>
                  <a:srgbClr val="FFFFFF"/>
                </a:solidFill>
              </a:defRPr>
            </a:lvl6pPr>
            <a:lvl7pPr>
              <a:defRPr sz="2250" b="0">
                <a:solidFill>
                  <a:srgbClr val="FFFFFF"/>
                </a:solidFill>
              </a:defRPr>
            </a:lvl7pPr>
            <a:lvl8pPr>
              <a:defRPr sz="2250" b="0">
                <a:solidFill>
                  <a:srgbClr val="FFFFFF"/>
                </a:solidFill>
              </a:defRPr>
            </a:lvl8pPr>
            <a:lvl9pPr>
              <a:defRPr sz="225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FFFFFF"/>
                </a:solidFill>
              </a:defRPr>
            </a:pPr>
            <a:r>
              <a:rPr sz="2250" b="0">
                <a:solidFill>
                  <a:srgbClr val="FFFFFF"/>
                </a:solidFill>
              </a:rPr>
              <a:t>The decal supplies color, normal or roughness data.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AC5D8D-3DAC-4235-B652-F198F0F41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72D4C1"/>
                </a:solidFill>
              </a:defRPr>
            </a:defPPr>
            <a:lvl1pPr>
              <a:defRPr sz="1650" b="1">
                <a:solidFill>
                  <a:srgbClr val="72D4C1"/>
                </a:solidFill>
              </a:defRPr>
            </a:lvl1pPr>
            <a:lvl2pPr>
              <a:defRPr sz="1650" b="1">
                <a:solidFill>
                  <a:srgbClr val="72D4C1"/>
                </a:solidFill>
              </a:defRPr>
            </a:lvl2pPr>
            <a:lvl3pPr>
              <a:defRPr sz="1650" b="1">
                <a:solidFill>
                  <a:srgbClr val="72D4C1"/>
                </a:solidFill>
              </a:defRPr>
            </a:lvl3pPr>
            <a:lvl4pPr>
              <a:defRPr sz="1650" b="1">
                <a:solidFill>
                  <a:srgbClr val="72D4C1"/>
                </a:solidFill>
              </a:defRPr>
            </a:lvl4pPr>
            <a:lvl5pPr>
              <a:defRPr sz="1650" b="1">
                <a:solidFill>
                  <a:srgbClr val="72D4C1"/>
                </a:solidFill>
              </a:defRPr>
            </a:lvl5pPr>
            <a:lvl6pPr>
              <a:defRPr sz="1650" b="1">
                <a:solidFill>
                  <a:srgbClr val="72D4C1"/>
                </a:solidFill>
              </a:defRPr>
            </a:lvl6pPr>
            <a:lvl7pPr>
              <a:defRPr sz="1650" b="1">
                <a:solidFill>
                  <a:srgbClr val="72D4C1"/>
                </a:solidFill>
              </a:defRPr>
            </a:lvl7pPr>
            <a:lvl8pPr>
              <a:defRPr sz="1650" b="1">
                <a:solidFill>
                  <a:srgbClr val="72D4C1"/>
                </a:solidFill>
              </a:defRPr>
            </a:lvl8pPr>
            <a:lvl9pPr>
              <a:defRPr sz="1650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72D4C1"/>
                </a:solidFill>
              </a:defRPr>
            </a:pPr>
            <a:r>
              <a:rPr sz="1650" b="1">
                <a:solidFill>
                  <a:srgbClr val="72D4C1"/>
                </a:solidFill>
              </a:rPr>
              <a:t>RECEIVER LOGIC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058960-1A07-40B6-984E-02D8708E7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332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FFFFFF"/>
                </a:solidFill>
              </a:defRPr>
            </a:defPPr>
            <a:lvl1pPr>
              <a:defRPr sz="2250" b="0">
                <a:solidFill>
                  <a:srgbClr val="FFFFFF"/>
                </a:solidFill>
              </a:defRPr>
            </a:lvl1pPr>
            <a:lvl2pPr>
              <a:defRPr sz="2250" b="0">
                <a:solidFill>
                  <a:srgbClr val="FFFFFF"/>
                </a:solidFill>
              </a:defRPr>
            </a:lvl2pPr>
            <a:lvl3pPr>
              <a:defRPr sz="2250" b="0">
                <a:solidFill>
                  <a:srgbClr val="FFFFFF"/>
                </a:solidFill>
              </a:defRPr>
            </a:lvl3pPr>
            <a:lvl4pPr>
              <a:defRPr sz="2250" b="0">
                <a:solidFill>
                  <a:srgbClr val="FFFFFF"/>
                </a:solidFill>
              </a:defRPr>
            </a:lvl4pPr>
            <a:lvl5pPr>
              <a:defRPr sz="2250" b="0">
                <a:solidFill>
                  <a:srgbClr val="FFFFFF"/>
                </a:solidFill>
              </a:defRPr>
            </a:lvl5pPr>
            <a:lvl6pPr>
              <a:defRPr sz="2250" b="0">
                <a:solidFill>
                  <a:srgbClr val="FFFFFF"/>
                </a:solidFill>
              </a:defRPr>
            </a:lvl6pPr>
            <a:lvl7pPr>
              <a:defRPr sz="2250" b="0">
                <a:solidFill>
                  <a:srgbClr val="FFFFFF"/>
                </a:solidFill>
              </a:defRPr>
            </a:lvl7pPr>
            <a:lvl8pPr>
              <a:defRPr sz="2250" b="0">
                <a:solidFill>
                  <a:srgbClr val="FFFFFF"/>
                </a:solidFill>
              </a:defRPr>
            </a:lvl8pPr>
            <a:lvl9pPr>
              <a:defRPr sz="225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FFFFFF"/>
                </a:solidFill>
              </a:defRPr>
            </a:pPr>
            <a:r>
              <a:rPr sz="2250" b="0">
                <a:solidFill>
                  <a:srgbClr val="FFFFFF"/>
                </a:solidFill>
              </a:rPr>
              <a:t>A surface mask can confine the response to crevices.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5C5C61-11BC-4728-BDB9-935379A6C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72D4C1"/>
                </a:solidFill>
              </a:defRPr>
            </a:defPPr>
            <a:lvl1pPr>
              <a:defRPr sz="1650" b="1">
                <a:solidFill>
                  <a:srgbClr val="72D4C1"/>
                </a:solidFill>
              </a:defRPr>
            </a:lvl1pPr>
            <a:lvl2pPr>
              <a:defRPr sz="1650" b="1">
                <a:solidFill>
                  <a:srgbClr val="72D4C1"/>
                </a:solidFill>
              </a:defRPr>
            </a:lvl2pPr>
            <a:lvl3pPr>
              <a:defRPr sz="1650" b="1">
                <a:solidFill>
                  <a:srgbClr val="72D4C1"/>
                </a:solidFill>
              </a:defRPr>
            </a:lvl3pPr>
            <a:lvl4pPr>
              <a:defRPr sz="1650" b="1">
                <a:solidFill>
                  <a:srgbClr val="72D4C1"/>
                </a:solidFill>
              </a:defRPr>
            </a:lvl4pPr>
            <a:lvl5pPr>
              <a:defRPr sz="1650" b="1">
                <a:solidFill>
                  <a:srgbClr val="72D4C1"/>
                </a:solidFill>
              </a:defRPr>
            </a:lvl5pPr>
            <a:lvl6pPr>
              <a:defRPr sz="1650" b="1">
                <a:solidFill>
                  <a:srgbClr val="72D4C1"/>
                </a:solidFill>
              </a:defRPr>
            </a:lvl6pPr>
            <a:lvl7pPr>
              <a:defRPr sz="1650" b="1">
                <a:solidFill>
                  <a:srgbClr val="72D4C1"/>
                </a:solidFill>
              </a:defRPr>
            </a:lvl7pPr>
            <a:lvl8pPr>
              <a:defRPr sz="1650" b="1">
                <a:solidFill>
                  <a:srgbClr val="72D4C1"/>
                </a:solidFill>
              </a:defRPr>
            </a:lvl8pPr>
            <a:lvl9pPr>
              <a:defRPr sz="1650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72D4C1"/>
                </a:solidFill>
              </a:defRPr>
            </a:pPr>
            <a:r>
              <a:rPr sz="1650" b="1">
                <a:solidFill>
                  <a:srgbClr val="72D4C1"/>
                </a:solidFill>
              </a:rPr>
              <a:t>APPLY ONCE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6272DE-60CB-44A4-AAEB-B1D270205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8157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FFFFFF"/>
                </a:solidFill>
              </a:defRPr>
            </a:defPPr>
            <a:lvl1pPr>
              <a:defRPr sz="2250" b="0">
                <a:solidFill>
                  <a:srgbClr val="FFFFFF"/>
                </a:solidFill>
              </a:defRPr>
            </a:lvl1pPr>
            <a:lvl2pPr>
              <a:defRPr sz="2250" b="0">
                <a:solidFill>
                  <a:srgbClr val="FFFFFF"/>
                </a:solidFill>
              </a:defRPr>
            </a:lvl2pPr>
            <a:lvl3pPr>
              <a:defRPr sz="2250" b="0">
                <a:solidFill>
                  <a:srgbClr val="FFFFFF"/>
                </a:solidFill>
              </a:defRPr>
            </a:lvl3pPr>
            <a:lvl4pPr>
              <a:defRPr sz="2250" b="0">
                <a:solidFill>
                  <a:srgbClr val="FFFFFF"/>
                </a:solidFill>
              </a:defRPr>
            </a:lvl4pPr>
            <a:lvl5pPr>
              <a:defRPr sz="2250" b="0">
                <a:solidFill>
                  <a:srgbClr val="FFFFFF"/>
                </a:solidFill>
              </a:defRPr>
            </a:lvl5pPr>
            <a:lvl6pPr>
              <a:defRPr sz="2250" b="0">
                <a:solidFill>
                  <a:srgbClr val="FFFFFF"/>
                </a:solidFill>
              </a:defRPr>
            </a:lvl6pPr>
            <a:lvl7pPr>
              <a:defRPr sz="2250" b="0">
                <a:solidFill>
                  <a:srgbClr val="FFFFFF"/>
                </a:solidFill>
              </a:defRPr>
            </a:lvl7pPr>
            <a:lvl8pPr>
              <a:defRPr sz="2250" b="0">
                <a:solidFill>
                  <a:srgbClr val="FFFFFF"/>
                </a:solidFill>
              </a:defRPr>
            </a:lvl8pPr>
            <a:lvl9pPr>
              <a:defRPr sz="225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FFFFFF"/>
                </a:solidFill>
              </a:defRPr>
            </a:pPr>
            <a:r>
              <a:rPr sz="2250" b="0">
                <a:solidFill>
                  <a:srgbClr val="FFFFFF"/>
                </a:solidFill>
              </a:rPr>
              <a:t>For manual DBuffer blending: receiver Decal Response = None.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E7BCCA-D97A-44DA-8B22-3665FB213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72D4C1"/>
                </a:solidFill>
              </a:defRPr>
            </a:defPPr>
            <a:lvl1pPr>
              <a:defRPr sz="1725" b="1">
                <a:solidFill>
                  <a:srgbClr val="72D4C1"/>
                </a:solidFill>
              </a:defRPr>
            </a:lvl1pPr>
            <a:lvl2pPr>
              <a:defRPr sz="1725" b="1">
                <a:solidFill>
                  <a:srgbClr val="72D4C1"/>
                </a:solidFill>
              </a:defRPr>
            </a:lvl2pPr>
            <a:lvl3pPr>
              <a:defRPr sz="1725" b="1">
                <a:solidFill>
                  <a:srgbClr val="72D4C1"/>
                </a:solidFill>
              </a:defRPr>
            </a:lvl3pPr>
            <a:lvl4pPr>
              <a:defRPr sz="1725" b="1">
                <a:solidFill>
                  <a:srgbClr val="72D4C1"/>
                </a:solidFill>
              </a:defRPr>
            </a:lvl4pPr>
            <a:lvl5pPr>
              <a:defRPr sz="1725" b="1">
                <a:solidFill>
                  <a:srgbClr val="72D4C1"/>
                </a:solidFill>
              </a:defRPr>
            </a:lvl5pPr>
            <a:lvl6pPr>
              <a:defRPr sz="1725" b="1">
                <a:solidFill>
                  <a:srgbClr val="72D4C1"/>
                </a:solidFill>
              </a:defRPr>
            </a:lvl6pPr>
            <a:lvl7pPr>
              <a:defRPr sz="1725" b="1">
                <a:solidFill>
                  <a:srgbClr val="72D4C1"/>
                </a:solidFill>
              </a:defRPr>
            </a:lvl7pPr>
            <a:lvl8pPr>
              <a:defRPr sz="1725" b="1">
                <a:solidFill>
                  <a:srgbClr val="72D4C1"/>
                </a:solidFill>
              </a:defRPr>
            </a:lvl8pPr>
            <a:lvl9pPr>
              <a:defRPr sz="1725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72D4C1"/>
                </a:solidFill>
              </a:defRPr>
            </a:pPr>
            <a:r>
              <a:rPr sz="1725" b="1">
                <a:solidFill>
                  <a:srgbClr val="72D4C1"/>
                </a:solidFill>
              </a:rPr>
              <a:t>Actor Receives Decals and material Decal Response are different controls.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C9324F-CDEB-408B-A667-382323502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C4D3E3"/>
                </a:solidFill>
              </a:defRPr>
            </a:defPPr>
            <a:lvl1pPr>
              <a:defRPr sz="1200" b="0">
                <a:solidFill>
                  <a:srgbClr val="C4D3E3"/>
                </a:solidFill>
              </a:defRPr>
            </a:lvl1pPr>
            <a:lvl2pPr>
              <a:defRPr sz="1200" b="0">
                <a:solidFill>
                  <a:srgbClr val="C4D3E3"/>
                </a:solidFill>
              </a:defRPr>
            </a:lvl2pPr>
            <a:lvl3pPr>
              <a:defRPr sz="1200" b="0">
                <a:solidFill>
                  <a:srgbClr val="C4D3E3"/>
                </a:solidFill>
              </a:defRPr>
            </a:lvl3pPr>
            <a:lvl4pPr>
              <a:defRPr sz="1200" b="0">
                <a:solidFill>
                  <a:srgbClr val="C4D3E3"/>
                </a:solidFill>
              </a:defRPr>
            </a:lvl4pPr>
            <a:lvl5pPr>
              <a:defRPr sz="1200" b="0">
                <a:solidFill>
                  <a:srgbClr val="C4D3E3"/>
                </a:solidFill>
              </a:defRPr>
            </a:lvl5pPr>
            <a:lvl6pPr>
              <a:defRPr sz="1200" b="0">
                <a:solidFill>
                  <a:srgbClr val="C4D3E3"/>
                </a:solidFill>
              </a:defRPr>
            </a:lvl6pPr>
            <a:lvl7pPr>
              <a:defRPr sz="1200" b="0">
                <a:solidFill>
                  <a:srgbClr val="C4D3E3"/>
                </a:solidFill>
              </a:defRPr>
            </a:lvl7pPr>
            <a:lvl8pPr>
              <a:defRPr sz="1200" b="0">
                <a:solidFill>
                  <a:srgbClr val="C4D3E3"/>
                </a:solidFill>
              </a:defRPr>
            </a:lvl8pPr>
            <a:lvl9pPr>
              <a:defRPr sz="1200" b="0">
                <a:solidFill>
                  <a:srgbClr val="C4D3E3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C4D3E3"/>
                </a:solidFill>
              </a:defRPr>
            </a:pPr>
            <a:r>
              <a:rPr sz="1200" b="0">
                <a:solidFill>
                  <a:srgbClr val="C4D3E3"/>
                </a:solidFill>
              </a:rPr>
              <a:t>9F</a:t>
            </a:r>
          </a:p>
        </p:txBody>
      </p:sp>
    </p:spTree>
    <p:extLst>
      <p:ext uri="{BB962C8B-B14F-4D97-AF65-F5344CB8AC3E}">
        <p14:creationId xmlns:p14="http://schemas.microsoft.com/office/powerpoint/2010/main" val="1507017604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0A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1CDD54-1C88-43CD-A951-07BD0C925D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a3883122dd4eae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86D9C5-F353-4072-A767-DED6AB836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B6A0FF"/>
                </a:solidFill>
              </a:defRPr>
            </a:defPPr>
            <a:lvl1pPr>
              <a:defRPr sz="1350" b="1">
                <a:solidFill>
                  <a:srgbClr val="B6A0FF"/>
                </a:solidFill>
              </a:defRPr>
            </a:lvl1pPr>
            <a:lvl2pPr>
              <a:defRPr sz="1350" b="1">
                <a:solidFill>
                  <a:srgbClr val="B6A0FF"/>
                </a:solidFill>
              </a:defRPr>
            </a:lvl2pPr>
            <a:lvl3pPr>
              <a:defRPr sz="1350" b="1">
                <a:solidFill>
                  <a:srgbClr val="B6A0FF"/>
                </a:solidFill>
              </a:defRPr>
            </a:lvl3pPr>
            <a:lvl4pPr>
              <a:defRPr sz="1350" b="1">
                <a:solidFill>
                  <a:srgbClr val="B6A0FF"/>
                </a:solidFill>
              </a:defRPr>
            </a:lvl4pPr>
            <a:lvl5pPr>
              <a:defRPr sz="1350" b="1">
                <a:solidFill>
                  <a:srgbClr val="B6A0FF"/>
                </a:solidFill>
              </a:defRPr>
            </a:lvl5pPr>
            <a:lvl6pPr>
              <a:defRPr sz="1350" b="1">
                <a:solidFill>
                  <a:srgbClr val="B6A0FF"/>
                </a:solidFill>
              </a:defRPr>
            </a:lvl6pPr>
            <a:lvl7pPr>
              <a:defRPr sz="1350" b="1">
                <a:solidFill>
                  <a:srgbClr val="B6A0FF"/>
                </a:solidFill>
              </a:defRPr>
            </a:lvl7pPr>
            <a:lvl8pPr>
              <a:defRPr sz="1350" b="1">
                <a:solidFill>
                  <a:srgbClr val="B6A0FF"/>
                </a:solidFill>
              </a:defRPr>
            </a:lvl8pPr>
            <a:lvl9pPr>
              <a:defRPr sz="1350" b="1">
                <a:solidFill>
                  <a:srgbClr val="B6A0FF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6A0FF"/>
                </a:solidFill>
              </a:defRPr>
            </a:pPr>
            <a:r>
              <a:rPr sz="1350" b="1">
                <a:solidFill>
                  <a:srgbClr val="B6A0FF"/>
                </a:solidFill>
              </a:rPr>
              <a:t>OPTIONAL · OUTSIDE EXAMPLE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BAE907-73E5-4F07-A7D3-384F9056E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FFFFF"/>
                </a:solidFill>
              </a:defRPr>
            </a:defPPr>
            <a:lvl1pPr>
              <a:defRPr sz="3150" b="1">
                <a:solidFill>
                  <a:srgbClr val="FFFFFF"/>
                </a:solidFill>
              </a:defRPr>
            </a:lvl1pPr>
            <a:lvl2pPr>
              <a:defRPr sz="3150" b="1">
                <a:solidFill>
                  <a:srgbClr val="FFFFFF"/>
                </a:solidFill>
              </a:defRPr>
            </a:lvl2pPr>
            <a:lvl3pPr>
              <a:defRPr sz="3150" b="1">
                <a:solidFill>
                  <a:srgbClr val="FFFFFF"/>
                </a:solidFill>
              </a:defRPr>
            </a:lvl3pPr>
            <a:lvl4pPr>
              <a:defRPr sz="3150" b="1">
                <a:solidFill>
                  <a:srgbClr val="FFFFFF"/>
                </a:solidFill>
              </a:defRPr>
            </a:lvl4pPr>
            <a:lvl5pPr>
              <a:defRPr sz="3150" b="1">
                <a:solidFill>
                  <a:srgbClr val="FFFFFF"/>
                </a:solidFill>
              </a:defRPr>
            </a:lvl5pPr>
            <a:lvl6pPr>
              <a:defRPr sz="3150" b="1">
                <a:solidFill>
                  <a:srgbClr val="FFFFFF"/>
                </a:solidFill>
              </a:defRPr>
            </a:lvl6pPr>
            <a:lvl7pPr>
              <a:defRPr sz="3150" b="1">
                <a:solidFill>
                  <a:srgbClr val="FFFFFF"/>
                </a:solidFill>
              </a:defRPr>
            </a:lvl7pPr>
            <a:lvl8pPr>
              <a:defRPr sz="3150" b="1">
                <a:solidFill>
                  <a:srgbClr val="FFFFFF"/>
                </a:solidFill>
              </a:defRPr>
            </a:lvl8pPr>
            <a:lvl9pPr>
              <a:defRPr sz="31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Snow that remembers contact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BF6309-E6C5-4FAD-8A63-D9DA144491F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b6aaa633a045c7"/>
          <a:stretch xmlns:a="http://schemas.openxmlformats.org/drawingml/2006/main"/>
        </p:blipFill>
        <p:spPr>
          <a:xfrm xmlns:a="http://schemas.openxmlformats.org/drawingml/2006/main">
            <a:off x="1530350" y="2000250"/>
            <a:ext cx="4445000" cy="3333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6859FF-D47F-4C04-8258-F781FBCF0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0002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72D4C1"/>
                </a:solidFill>
              </a:defRPr>
            </a:defPPr>
            <a:lvl1pPr>
              <a:defRPr sz="1500" b="1">
                <a:solidFill>
                  <a:srgbClr val="72D4C1"/>
                </a:solidFill>
              </a:defRPr>
            </a:lvl1pPr>
            <a:lvl2pPr>
              <a:defRPr sz="1500" b="1">
                <a:solidFill>
                  <a:srgbClr val="72D4C1"/>
                </a:solidFill>
              </a:defRPr>
            </a:lvl2pPr>
            <a:lvl3pPr>
              <a:defRPr sz="1500" b="1">
                <a:solidFill>
                  <a:srgbClr val="72D4C1"/>
                </a:solidFill>
              </a:defRPr>
            </a:lvl3pPr>
            <a:lvl4pPr>
              <a:defRPr sz="1500" b="1">
                <a:solidFill>
                  <a:srgbClr val="72D4C1"/>
                </a:solidFill>
              </a:defRPr>
            </a:lvl4pPr>
            <a:lvl5pPr>
              <a:defRPr sz="1500" b="1">
                <a:solidFill>
                  <a:srgbClr val="72D4C1"/>
                </a:solidFill>
              </a:defRPr>
            </a:lvl5pPr>
            <a:lvl6pPr>
              <a:defRPr sz="1500" b="1">
                <a:solidFill>
                  <a:srgbClr val="72D4C1"/>
                </a:solidFill>
              </a:defRPr>
            </a:lvl6pPr>
            <a:lvl7pPr>
              <a:defRPr sz="1500" b="1">
                <a:solidFill>
                  <a:srgbClr val="72D4C1"/>
                </a:solidFill>
              </a:defRPr>
            </a:lvl7pPr>
            <a:lvl8pPr>
              <a:defRPr sz="1500" b="1">
                <a:solidFill>
                  <a:srgbClr val="72D4C1"/>
                </a:solidFill>
              </a:defRPr>
            </a:lvl8pPr>
            <a:lvl9pPr>
              <a:defRPr sz="1500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72D4C1"/>
                </a:solidFill>
              </a:defRPr>
            </a:pPr>
            <a:r>
              <a:rPr sz="1500" b="1">
                <a:solidFill>
                  <a:srgbClr val="72D4C1"/>
                </a:solidFill>
              </a:rPr>
              <a:t>MECHANISM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F40F5F-EB84-4E33-BEE6-978B21771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352675"/>
            <a:ext cx="428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FFFFFF"/>
                </a:solidFill>
              </a:defRPr>
            </a:defPPr>
            <a:lvl1pPr>
              <a:defRPr sz="2025" b="0">
                <a:solidFill>
                  <a:srgbClr val="FFFFFF"/>
                </a:solidFill>
              </a:defRPr>
            </a:lvl1pPr>
            <a:lvl2pPr>
              <a:defRPr sz="2025" b="0">
                <a:solidFill>
                  <a:srgbClr val="FFFFFF"/>
                </a:solidFill>
              </a:defRPr>
            </a:lvl2pPr>
            <a:lvl3pPr>
              <a:defRPr sz="2025" b="0">
                <a:solidFill>
                  <a:srgbClr val="FFFFFF"/>
                </a:solidFill>
              </a:defRPr>
            </a:lvl3pPr>
            <a:lvl4pPr>
              <a:defRPr sz="2025" b="0">
                <a:solidFill>
                  <a:srgbClr val="FFFFFF"/>
                </a:solidFill>
              </a:defRPr>
            </a:lvl4pPr>
            <a:lvl5pPr>
              <a:defRPr sz="2025" b="0">
                <a:solidFill>
                  <a:srgbClr val="FFFFFF"/>
                </a:solidFill>
              </a:defRPr>
            </a:lvl5pPr>
            <a:lvl6pPr>
              <a:defRPr sz="2025" b="0">
                <a:solidFill>
                  <a:srgbClr val="FFFFFF"/>
                </a:solidFill>
              </a:defRPr>
            </a:lvl6pPr>
            <a:lvl7pPr>
              <a:defRPr sz="2025" b="0">
                <a:solidFill>
                  <a:srgbClr val="FFFFFF"/>
                </a:solidFill>
              </a:defRPr>
            </a:lvl7pPr>
            <a:lvl8pPr>
              <a:defRPr sz="2025" b="0">
                <a:solidFill>
                  <a:srgbClr val="FFFFFF"/>
                </a:solidFill>
              </a:defRPr>
            </a:lvl8pPr>
            <a:lvl9pPr>
              <a:defRPr sz="202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FFFFFF"/>
                </a:solidFill>
              </a:defRPr>
            </a:pPr>
            <a:r>
              <a:rPr sz="2025" b="0">
                <a:solidFill>
                  <a:srgbClr val="FFFFFF"/>
                </a:solidFill>
              </a:rPr>
              <a:t>A render target stores an interaction mask.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EC85D9-DB0F-4D46-8DBA-2ED81BBBE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19087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72D4C1"/>
                </a:solidFill>
              </a:defRPr>
            </a:defPPr>
            <a:lvl1pPr>
              <a:defRPr sz="1500" b="1">
                <a:solidFill>
                  <a:srgbClr val="72D4C1"/>
                </a:solidFill>
              </a:defRPr>
            </a:lvl1pPr>
            <a:lvl2pPr>
              <a:defRPr sz="1500" b="1">
                <a:solidFill>
                  <a:srgbClr val="72D4C1"/>
                </a:solidFill>
              </a:defRPr>
            </a:lvl2pPr>
            <a:lvl3pPr>
              <a:defRPr sz="1500" b="1">
                <a:solidFill>
                  <a:srgbClr val="72D4C1"/>
                </a:solidFill>
              </a:defRPr>
            </a:lvl3pPr>
            <a:lvl4pPr>
              <a:defRPr sz="1500" b="1">
                <a:solidFill>
                  <a:srgbClr val="72D4C1"/>
                </a:solidFill>
              </a:defRPr>
            </a:lvl4pPr>
            <a:lvl5pPr>
              <a:defRPr sz="1500" b="1">
                <a:solidFill>
                  <a:srgbClr val="72D4C1"/>
                </a:solidFill>
              </a:defRPr>
            </a:lvl5pPr>
            <a:lvl6pPr>
              <a:defRPr sz="1500" b="1">
                <a:solidFill>
                  <a:srgbClr val="72D4C1"/>
                </a:solidFill>
              </a:defRPr>
            </a:lvl6pPr>
            <a:lvl7pPr>
              <a:defRPr sz="1500" b="1">
                <a:solidFill>
                  <a:srgbClr val="72D4C1"/>
                </a:solidFill>
              </a:defRPr>
            </a:lvl7pPr>
            <a:lvl8pPr>
              <a:defRPr sz="1500" b="1">
                <a:solidFill>
                  <a:srgbClr val="72D4C1"/>
                </a:solidFill>
              </a:defRPr>
            </a:lvl8pPr>
            <a:lvl9pPr>
              <a:defRPr sz="1500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72D4C1"/>
                </a:solidFill>
              </a:defRPr>
            </a:pPr>
            <a:r>
              <a:rPr sz="1500" b="1">
                <a:solidFill>
                  <a:srgbClr val="72D4C1"/>
                </a:solidFill>
              </a:rPr>
              <a:t>START SMALL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B2C373-F40E-475F-97B9-48281CAE1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543300"/>
            <a:ext cx="428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FFFFFF"/>
                </a:solidFill>
              </a:defRPr>
            </a:defPPr>
            <a:lvl1pPr>
              <a:defRPr sz="2025" b="0">
                <a:solidFill>
                  <a:srgbClr val="FFFFFF"/>
                </a:solidFill>
              </a:defRPr>
            </a:lvl1pPr>
            <a:lvl2pPr>
              <a:defRPr sz="2025" b="0">
                <a:solidFill>
                  <a:srgbClr val="FFFFFF"/>
                </a:solidFill>
              </a:defRPr>
            </a:lvl2pPr>
            <a:lvl3pPr>
              <a:defRPr sz="2025" b="0">
                <a:solidFill>
                  <a:srgbClr val="FFFFFF"/>
                </a:solidFill>
              </a:defRPr>
            </a:lvl3pPr>
            <a:lvl4pPr>
              <a:defRPr sz="2025" b="0">
                <a:solidFill>
                  <a:srgbClr val="FFFFFF"/>
                </a:solidFill>
              </a:defRPr>
            </a:lvl4pPr>
            <a:lvl5pPr>
              <a:defRPr sz="2025" b="0">
                <a:solidFill>
                  <a:srgbClr val="FFFFFF"/>
                </a:solidFill>
              </a:defRPr>
            </a:lvl5pPr>
            <a:lvl6pPr>
              <a:defRPr sz="2025" b="0">
                <a:solidFill>
                  <a:srgbClr val="FFFFFF"/>
                </a:solidFill>
              </a:defRPr>
            </a:lvl6pPr>
            <a:lvl7pPr>
              <a:defRPr sz="2025" b="0">
                <a:solidFill>
                  <a:srgbClr val="FFFFFF"/>
                </a:solidFill>
              </a:defRPr>
            </a:lvl7pPr>
            <a:lvl8pPr>
              <a:defRPr sz="2025" b="0">
                <a:solidFill>
                  <a:srgbClr val="FFFFFF"/>
                </a:solidFill>
              </a:defRPr>
            </a:lvl8pPr>
            <a:lvl9pPr>
              <a:defRPr sz="202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FFFFFF"/>
                </a:solidFill>
              </a:defRPr>
            </a:pPr>
            <a:r>
              <a:rPr sz="2025" b="0">
                <a:solidFill>
                  <a:srgbClr val="FFFFFF"/>
                </a:solidFill>
              </a:rPr>
              <a:t>One small patch; stamp a footprint mask.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EA232E-F070-4125-AFCC-CB431598E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3815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72D4C1"/>
                </a:solidFill>
              </a:defRPr>
            </a:defPPr>
            <a:lvl1pPr>
              <a:defRPr sz="1500" b="1">
                <a:solidFill>
                  <a:srgbClr val="72D4C1"/>
                </a:solidFill>
              </a:defRPr>
            </a:lvl1pPr>
            <a:lvl2pPr>
              <a:defRPr sz="1500" b="1">
                <a:solidFill>
                  <a:srgbClr val="72D4C1"/>
                </a:solidFill>
              </a:defRPr>
            </a:lvl2pPr>
            <a:lvl3pPr>
              <a:defRPr sz="1500" b="1">
                <a:solidFill>
                  <a:srgbClr val="72D4C1"/>
                </a:solidFill>
              </a:defRPr>
            </a:lvl3pPr>
            <a:lvl4pPr>
              <a:defRPr sz="1500" b="1">
                <a:solidFill>
                  <a:srgbClr val="72D4C1"/>
                </a:solidFill>
              </a:defRPr>
            </a:lvl4pPr>
            <a:lvl5pPr>
              <a:defRPr sz="1500" b="1">
                <a:solidFill>
                  <a:srgbClr val="72D4C1"/>
                </a:solidFill>
              </a:defRPr>
            </a:lvl5pPr>
            <a:lvl6pPr>
              <a:defRPr sz="1500" b="1">
                <a:solidFill>
                  <a:srgbClr val="72D4C1"/>
                </a:solidFill>
              </a:defRPr>
            </a:lvl6pPr>
            <a:lvl7pPr>
              <a:defRPr sz="1500" b="1">
                <a:solidFill>
                  <a:srgbClr val="72D4C1"/>
                </a:solidFill>
              </a:defRPr>
            </a:lvl7pPr>
            <a:lvl8pPr>
              <a:defRPr sz="1500" b="1">
                <a:solidFill>
                  <a:srgbClr val="72D4C1"/>
                </a:solidFill>
              </a:defRPr>
            </a:lvl8pPr>
            <a:lvl9pPr>
              <a:defRPr sz="1500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72D4C1"/>
                </a:solidFill>
              </a:defRPr>
            </a:pPr>
            <a:r>
              <a:rPr sz="1500" b="1">
                <a:solidFill>
                  <a:srgbClr val="72D4C1"/>
                </a:solidFill>
              </a:rPr>
              <a:t>FINAL-PROJECT STRETCH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FAC370-2492-4C8A-8C66-EDF783990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733925"/>
            <a:ext cx="428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FFFFFF"/>
                </a:solidFill>
              </a:defRPr>
            </a:defPPr>
            <a:lvl1pPr>
              <a:defRPr sz="2025" b="0">
                <a:solidFill>
                  <a:srgbClr val="FFFFFF"/>
                </a:solidFill>
              </a:defRPr>
            </a:lvl1pPr>
            <a:lvl2pPr>
              <a:defRPr sz="2025" b="0">
                <a:solidFill>
                  <a:srgbClr val="FFFFFF"/>
                </a:solidFill>
              </a:defRPr>
            </a:lvl2pPr>
            <a:lvl3pPr>
              <a:defRPr sz="2025" b="0">
                <a:solidFill>
                  <a:srgbClr val="FFFFFF"/>
                </a:solidFill>
              </a:defRPr>
            </a:lvl3pPr>
            <a:lvl4pPr>
              <a:defRPr sz="2025" b="0">
                <a:solidFill>
                  <a:srgbClr val="FFFFFF"/>
                </a:solidFill>
              </a:defRPr>
            </a:lvl4pPr>
            <a:lvl5pPr>
              <a:defRPr sz="2025" b="0">
                <a:solidFill>
                  <a:srgbClr val="FFFFFF"/>
                </a:solidFill>
              </a:defRPr>
            </a:lvl5pPr>
            <a:lvl6pPr>
              <a:defRPr sz="2025" b="0">
                <a:solidFill>
                  <a:srgbClr val="FFFFFF"/>
                </a:solidFill>
              </a:defRPr>
            </a:lvl6pPr>
            <a:lvl7pPr>
              <a:defRPr sz="2025" b="0">
                <a:solidFill>
                  <a:srgbClr val="FFFFFF"/>
                </a:solidFill>
              </a:defRPr>
            </a:lvl7pPr>
            <a:lvl8pPr>
              <a:defRPr sz="2025" b="0">
                <a:solidFill>
                  <a:srgbClr val="FFFFFF"/>
                </a:solidFill>
              </a:defRPr>
            </a:lvl8pPr>
            <a:lvl9pPr>
              <a:defRPr sz="202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FFFFFF"/>
                </a:solidFill>
              </a:defRPr>
            </a:pPr>
            <a:r>
              <a:rPr sz="2025" b="0">
                <a:solidFill>
                  <a:srgbClr val="FFFFFF"/>
                </a:solidFill>
              </a:rPr>
              <a:t>Persistent trails with convincing depth.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C01141-2C35-4B1E-A44D-0E2B4AD6A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72D4C1"/>
                </a:solidFill>
              </a:defRPr>
            </a:defPPr>
            <a:lvl1pPr>
              <a:defRPr sz="1875" b="1">
                <a:solidFill>
                  <a:srgbClr val="72D4C1"/>
                </a:solidFill>
              </a:defRPr>
            </a:lvl1pPr>
            <a:lvl2pPr>
              <a:defRPr sz="1875" b="1">
                <a:solidFill>
                  <a:srgbClr val="72D4C1"/>
                </a:solidFill>
              </a:defRPr>
            </a:lvl2pPr>
            <a:lvl3pPr>
              <a:defRPr sz="1875" b="1">
                <a:solidFill>
                  <a:srgbClr val="72D4C1"/>
                </a:solidFill>
              </a:defRPr>
            </a:lvl3pPr>
            <a:lvl4pPr>
              <a:defRPr sz="1875" b="1">
                <a:solidFill>
                  <a:srgbClr val="72D4C1"/>
                </a:solidFill>
              </a:defRPr>
            </a:lvl4pPr>
            <a:lvl5pPr>
              <a:defRPr sz="1875" b="1">
                <a:solidFill>
                  <a:srgbClr val="72D4C1"/>
                </a:solidFill>
              </a:defRPr>
            </a:lvl5pPr>
            <a:lvl6pPr>
              <a:defRPr sz="1875" b="1">
                <a:solidFill>
                  <a:srgbClr val="72D4C1"/>
                </a:solidFill>
              </a:defRPr>
            </a:lvl6pPr>
            <a:lvl7pPr>
              <a:defRPr sz="1875" b="1">
                <a:solidFill>
                  <a:srgbClr val="72D4C1"/>
                </a:solidFill>
              </a:defRPr>
            </a:lvl7pPr>
            <a:lvl8pPr>
              <a:defRPr sz="1875" b="1">
                <a:solidFill>
                  <a:srgbClr val="72D4C1"/>
                </a:solidFill>
              </a:defRPr>
            </a:lvl8pPr>
            <a:lvl9pPr>
              <a:defRPr sz="1875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72D4C1"/>
                </a:solidFill>
              </a:defRPr>
            </a:pPr>
            <a:r>
              <a:rPr>
                <a:hlinkClick xmlns:r="http://schemas.openxmlformats.org/officeDocument/2006/relationships" r:id="R749585b7975244c1"/>
              </a:rPr>
              <a:t>Open the online example 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7447A1-185A-4077-8AE7-3EFEB07B9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817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FFFFFF"/>
                </a:solidFill>
              </a:defRPr>
            </a:defPPr>
            <a:lvl1pPr>
              <a:defRPr sz="1725" b="0">
                <a:solidFill>
                  <a:srgbClr val="FFFFFF"/>
                </a:solidFill>
              </a:defRPr>
            </a:lvl1pPr>
            <a:lvl2pPr>
              <a:defRPr sz="1725" b="0">
                <a:solidFill>
                  <a:srgbClr val="FFFFFF"/>
                </a:solidFill>
              </a:defRPr>
            </a:lvl2pPr>
            <a:lvl3pPr>
              <a:defRPr sz="1725" b="0">
                <a:solidFill>
                  <a:srgbClr val="FFFFFF"/>
                </a:solidFill>
              </a:defRPr>
            </a:lvl3pPr>
            <a:lvl4pPr>
              <a:defRPr sz="1725" b="0">
                <a:solidFill>
                  <a:srgbClr val="FFFFFF"/>
                </a:solidFill>
              </a:defRPr>
            </a:lvl4pPr>
            <a:lvl5pPr>
              <a:defRPr sz="1725" b="0">
                <a:solidFill>
                  <a:srgbClr val="FFFFFF"/>
                </a:solidFill>
              </a:defRPr>
            </a:lvl5pPr>
            <a:lvl6pPr>
              <a:defRPr sz="1725" b="0">
                <a:solidFill>
                  <a:srgbClr val="FFFFFF"/>
                </a:solidFill>
              </a:defRPr>
            </a:lvl6pPr>
            <a:lvl7pPr>
              <a:defRPr sz="1725" b="0">
                <a:solidFill>
                  <a:srgbClr val="FFFFFF"/>
                </a:solidFill>
              </a:defRPr>
            </a:lvl7pPr>
            <a:lvl8pPr>
              <a:defRPr sz="1725" b="0">
                <a:solidFill>
                  <a:srgbClr val="FFFFFF"/>
                </a:solidFill>
              </a:defRPr>
            </a:lvl8pPr>
            <a:lvl9pPr>
              <a:defRPr sz="172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Borrow a focused idea for the shader you are already making.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2F924E-5DBD-413E-9B17-F3487433D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C4D3E3"/>
                </a:solidFill>
              </a:defRPr>
            </a:defPPr>
            <a:lvl1pPr>
              <a:defRPr sz="1200" b="0">
                <a:solidFill>
                  <a:srgbClr val="C4D3E3"/>
                </a:solidFill>
              </a:defRPr>
            </a:lvl1pPr>
            <a:lvl2pPr>
              <a:defRPr sz="1200" b="0">
                <a:solidFill>
                  <a:srgbClr val="C4D3E3"/>
                </a:solidFill>
              </a:defRPr>
            </a:lvl2pPr>
            <a:lvl3pPr>
              <a:defRPr sz="1200" b="0">
                <a:solidFill>
                  <a:srgbClr val="C4D3E3"/>
                </a:solidFill>
              </a:defRPr>
            </a:lvl3pPr>
            <a:lvl4pPr>
              <a:defRPr sz="1200" b="0">
                <a:solidFill>
                  <a:srgbClr val="C4D3E3"/>
                </a:solidFill>
              </a:defRPr>
            </a:lvl4pPr>
            <a:lvl5pPr>
              <a:defRPr sz="1200" b="0">
                <a:solidFill>
                  <a:srgbClr val="C4D3E3"/>
                </a:solidFill>
              </a:defRPr>
            </a:lvl5pPr>
            <a:lvl6pPr>
              <a:defRPr sz="1200" b="0">
                <a:solidFill>
                  <a:srgbClr val="C4D3E3"/>
                </a:solidFill>
              </a:defRPr>
            </a:lvl6pPr>
            <a:lvl7pPr>
              <a:defRPr sz="1200" b="0">
                <a:solidFill>
                  <a:srgbClr val="C4D3E3"/>
                </a:solidFill>
              </a:defRPr>
            </a:lvl7pPr>
            <a:lvl8pPr>
              <a:defRPr sz="1200" b="0">
                <a:solidFill>
                  <a:srgbClr val="C4D3E3"/>
                </a:solidFill>
              </a:defRPr>
            </a:lvl8pPr>
            <a:lvl9pPr>
              <a:defRPr sz="1200" b="0">
                <a:solidFill>
                  <a:srgbClr val="C4D3E3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C4D3E3"/>
                </a:solidFill>
              </a:defRPr>
            </a:pPr>
            <a:r>
              <a:rPr sz="1200" b="0">
                <a:solidFill>
                  <a:srgbClr val="C4D3E3"/>
                </a:solidFill>
              </a:rPr>
              <a:t>19A</a:t>
            </a:r>
          </a:p>
        </p:txBody>
      </p:sp>
    </p:spTree>
    <p:extLst>
      <p:ext uri="{BB962C8B-B14F-4D97-AF65-F5344CB8AC3E}">
        <p14:creationId xmlns:p14="http://schemas.microsoft.com/office/powerpoint/2010/main" val="143008600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0A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730067-A21D-42D1-80B4-DAD5671FC94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4744a8c1044249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0914D0-D4C4-4FC5-962B-4B68D3723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B6A0FF"/>
                </a:solidFill>
              </a:defRPr>
            </a:defPPr>
            <a:lvl1pPr>
              <a:defRPr sz="1350" b="1">
                <a:solidFill>
                  <a:srgbClr val="B6A0FF"/>
                </a:solidFill>
              </a:defRPr>
            </a:lvl1pPr>
            <a:lvl2pPr>
              <a:defRPr sz="1350" b="1">
                <a:solidFill>
                  <a:srgbClr val="B6A0FF"/>
                </a:solidFill>
              </a:defRPr>
            </a:lvl2pPr>
            <a:lvl3pPr>
              <a:defRPr sz="1350" b="1">
                <a:solidFill>
                  <a:srgbClr val="B6A0FF"/>
                </a:solidFill>
              </a:defRPr>
            </a:lvl3pPr>
            <a:lvl4pPr>
              <a:defRPr sz="1350" b="1">
                <a:solidFill>
                  <a:srgbClr val="B6A0FF"/>
                </a:solidFill>
              </a:defRPr>
            </a:lvl4pPr>
            <a:lvl5pPr>
              <a:defRPr sz="1350" b="1">
                <a:solidFill>
                  <a:srgbClr val="B6A0FF"/>
                </a:solidFill>
              </a:defRPr>
            </a:lvl5pPr>
            <a:lvl6pPr>
              <a:defRPr sz="1350" b="1">
                <a:solidFill>
                  <a:srgbClr val="B6A0FF"/>
                </a:solidFill>
              </a:defRPr>
            </a:lvl6pPr>
            <a:lvl7pPr>
              <a:defRPr sz="1350" b="1">
                <a:solidFill>
                  <a:srgbClr val="B6A0FF"/>
                </a:solidFill>
              </a:defRPr>
            </a:lvl7pPr>
            <a:lvl8pPr>
              <a:defRPr sz="1350" b="1">
                <a:solidFill>
                  <a:srgbClr val="B6A0FF"/>
                </a:solidFill>
              </a:defRPr>
            </a:lvl8pPr>
            <a:lvl9pPr>
              <a:defRPr sz="1350" b="1">
                <a:solidFill>
                  <a:srgbClr val="B6A0FF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6A0FF"/>
                </a:solidFill>
              </a:defRPr>
            </a:pPr>
            <a:r>
              <a:rPr sz="1350" b="1">
                <a:solidFill>
                  <a:srgbClr val="B6A0FF"/>
                </a:solidFill>
              </a:rPr>
              <a:t>OPTIONAL · OUTSIDE EXAMPLE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50F2C7-78DE-4203-AC92-B39E43102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FFFFF"/>
                </a:solidFill>
              </a:defRPr>
            </a:defPPr>
            <a:lvl1pPr>
              <a:defRPr sz="3150" b="1">
                <a:solidFill>
                  <a:srgbClr val="FFFFFF"/>
                </a:solidFill>
              </a:defRPr>
            </a:lvl1pPr>
            <a:lvl2pPr>
              <a:defRPr sz="3150" b="1">
                <a:solidFill>
                  <a:srgbClr val="FFFFFF"/>
                </a:solidFill>
              </a:defRPr>
            </a:lvl2pPr>
            <a:lvl3pPr>
              <a:defRPr sz="3150" b="1">
                <a:solidFill>
                  <a:srgbClr val="FFFFFF"/>
                </a:solidFill>
              </a:defRPr>
            </a:lvl3pPr>
            <a:lvl4pPr>
              <a:defRPr sz="3150" b="1">
                <a:solidFill>
                  <a:srgbClr val="FFFFFF"/>
                </a:solidFill>
              </a:defRPr>
            </a:lvl4pPr>
            <a:lvl5pPr>
              <a:defRPr sz="3150" b="1">
                <a:solidFill>
                  <a:srgbClr val="FFFFFF"/>
                </a:solidFill>
              </a:defRPr>
            </a:lvl5pPr>
            <a:lvl6pPr>
              <a:defRPr sz="3150" b="1">
                <a:solidFill>
                  <a:srgbClr val="FFFFFF"/>
                </a:solidFill>
              </a:defRPr>
            </a:lvl6pPr>
            <a:lvl7pPr>
              <a:defRPr sz="3150" b="1">
                <a:solidFill>
                  <a:srgbClr val="FFFFFF"/>
                </a:solidFill>
              </a:defRPr>
            </a:lvl7pPr>
            <a:lvl8pPr>
              <a:defRPr sz="3150" b="1">
                <a:solidFill>
                  <a:srgbClr val="FFFFFF"/>
                </a:solidFill>
              </a:defRPr>
            </a:lvl8pPr>
            <a:lvl9pPr>
              <a:defRPr sz="31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Grass that bends with the world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F289A8-33B5-48AC-83BC-4CE7491AF2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e57365807a4d14"/>
          <a:stretch xmlns:a="http://schemas.openxmlformats.org/drawingml/2006/main"/>
        </p:blipFill>
        <p:spPr>
          <a:xfrm xmlns:a="http://schemas.openxmlformats.org/drawingml/2006/main">
            <a:off x="1530350" y="2000250"/>
            <a:ext cx="4445000" cy="3333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D7171D-F158-43BD-B862-79EE0513D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0002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72D4C1"/>
                </a:solidFill>
              </a:defRPr>
            </a:defPPr>
            <a:lvl1pPr>
              <a:defRPr sz="1500" b="1">
                <a:solidFill>
                  <a:srgbClr val="72D4C1"/>
                </a:solidFill>
              </a:defRPr>
            </a:lvl1pPr>
            <a:lvl2pPr>
              <a:defRPr sz="1500" b="1">
                <a:solidFill>
                  <a:srgbClr val="72D4C1"/>
                </a:solidFill>
              </a:defRPr>
            </a:lvl2pPr>
            <a:lvl3pPr>
              <a:defRPr sz="1500" b="1">
                <a:solidFill>
                  <a:srgbClr val="72D4C1"/>
                </a:solidFill>
              </a:defRPr>
            </a:lvl3pPr>
            <a:lvl4pPr>
              <a:defRPr sz="1500" b="1">
                <a:solidFill>
                  <a:srgbClr val="72D4C1"/>
                </a:solidFill>
              </a:defRPr>
            </a:lvl4pPr>
            <a:lvl5pPr>
              <a:defRPr sz="1500" b="1">
                <a:solidFill>
                  <a:srgbClr val="72D4C1"/>
                </a:solidFill>
              </a:defRPr>
            </a:lvl5pPr>
            <a:lvl6pPr>
              <a:defRPr sz="1500" b="1">
                <a:solidFill>
                  <a:srgbClr val="72D4C1"/>
                </a:solidFill>
              </a:defRPr>
            </a:lvl6pPr>
            <a:lvl7pPr>
              <a:defRPr sz="1500" b="1">
                <a:solidFill>
                  <a:srgbClr val="72D4C1"/>
                </a:solidFill>
              </a:defRPr>
            </a:lvl7pPr>
            <a:lvl8pPr>
              <a:defRPr sz="1500" b="1">
                <a:solidFill>
                  <a:srgbClr val="72D4C1"/>
                </a:solidFill>
              </a:defRPr>
            </a:lvl8pPr>
            <a:lvl9pPr>
              <a:defRPr sz="1500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72D4C1"/>
                </a:solidFill>
              </a:defRPr>
            </a:pPr>
            <a:r>
              <a:rPr sz="1500" b="1">
                <a:solidFill>
                  <a:srgbClr val="72D4C1"/>
                </a:solidFill>
              </a:rPr>
              <a:t>MECHANISM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ECEB24-D1BB-4F77-B2E2-DB7C570D8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352675"/>
            <a:ext cx="428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FFFFFF"/>
                </a:solidFill>
              </a:defRPr>
            </a:defPPr>
            <a:lvl1pPr>
              <a:defRPr sz="2025" b="0">
                <a:solidFill>
                  <a:srgbClr val="FFFFFF"/>
                </a:solidFill>
              </a:defRPr>
            </a:lvl1pPr>
            <a:lvl2pPr>
              <a:defRPr sz="2025" b="0">
                <a:solidFill>
                  <a:srgbClr val="FFFFFF"/>
                </a:solidFill>
              </a:defRPr>
            </a:lvl2pPr>
            <a:lvl3pPr>
              <a:defRPr sz="2025" b="0">
                <a:solidFill>
                  <a:srgbClr val="FFFFFF"/>
                </a:solidFill>
              </a:defRPr>
            </a:lvl3pPr>
            <a:lvl4pPr>
              <a:defRPr sz="2025" b="0">
                <a:solidFill>
                  <a:srgbClr val="FFFFFF"/>
                </a:solidFill>
              </a:defRPr>
            </a:lvl4pPr>
            <a:lvl5pPr>
              <a:defRPr sz="2025" b="0">
                <a:solidFill>
                  <a:srgbClr val="FFFFFF"/>
                </a:solidFill>
              </a:defRPr>
            </a:lvl5pPr>
            <a:lvl6pPr>
              <a:defRPr sz="2025" b="0">
                <a:solidFill>
                  <a:srgbClr val="FFFFFF"/>
                </a:solidFill>
              </a:defRPr>
            </a:lvl6pPr>
            <a:lvl7pPr>
              <a:defRPr sz="2025" b="0">
                <a:solidFill>
                  <a:srgbClr val="FFFFFF"/>
                </a:solidFill>
              </a:defRPr>
            </a:lvl7pPr>
            <a:lvl8pPr>
              <a:defRPr sz="2025" b="0">
                <a:solidFill>
                  <a:srgbClr val="FFFFFF"/>
                </a:solidFill>
              </a:defRPr>
            </a:lvl8pPr>
            <a:lvl9pPr>
              <a:defRPr sz="202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FFFFFF"/>
                </a:solidFill>
              </a:defRPr>
            </a:pPr>
            <a:r>
              <a:rPr sz="2025" b="0">
                <a:solidFill>
                  <a:srgbClr val="FFFFFF"/>
                </a:solidFill>
              </a:rPr>
              <a:t>Pivot data guides material-driven bending.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61DB73-3F2C-4FA3-A4BA-A0F880629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19087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72D4C1"/>
                </a:solidFill>
              </a:defRPr>
            </a:defPPr>
            <a:lvl1pPr>
              <a:defRPr sz="1500" b="1">
                <a:solidFill>
                  <a:srgbClr val="72D4C1"/>
                </a:solidFill>
              </a:defRPr>
            </a:lvl1pPr>
            <a:lvl2pPr>
              <a:defRPr sz="1500" b="1">
                <a:solidFill>
                  <a:srgbClr val="72D4C1"/>
                </a:solidFill>
              </a:defRPr>
            </a:lvl2pPr>
            <a:lvl3pPr>
              <a:defRPr sz="1500" b="1">
                <a:solidFill>
                  <a:srgbClr val="72D4C1"/>
                </a:solidFill>
              </a:defRPr>
            </a:lvl3pPr>
            <a:lvl4pPr>
              <a:defRPr sz="1500" b="1">
                <a:solidFill>
                  <a:srgbClr val="72D4C1"/>
                </a:solidFill>
              </a:defRPr>
            </a:lvl4pPr>
            <a:lvl5pPr>
              <a:defRPr sz="1500" b="1">
                <a:solidFill>
                  <a:srgbClr val="72D4C1"/>
                </a:solidFill>
              </a:defRPr>
            </a:lvl5pPr>
            <a:lvl6pPr>
              <a:defRPr sz="1500" b="1">
                <a:solidFill>
                  <a:srgbClr val="72D4C1"/>
                </a:solidFill>
              </a:defRPr>
            </a:lvl6pPr>
            <a:lvl7pPr>
              <a:defRPr sz="1500" b="1">
                <a:solidFill>
                  <a:srgbClr val="72D4C1"/>
                </a:solidFill>
              </a:defRPr>
            </a:lvl7pPr>
            <a:lvl8pPr>
              <a:defRPr sz="1500" b="1">
                <a:solidFill>
                  <a:srgbClr val="72D4C1"/>
                </a:solidFill>
              </a:defRPr>
            </a:lvl8pPr>
            <a:lvl9pPr>
              <a:defRPr sz="1500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72D4C1"/>
                </a:solidFill>
              </a:defRPr>
            </a:pPr>
            <a:r>
              <a:rPr sz="1500" b="1">
                <a:solidFill>
                  <a:srgbClr val="72D4C1"/>
                </a:solidFill>
              </a:rPr>
              <a:t>START SMALL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4FC799-2528-42B8-AB7A-4FD67D5AB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543300"/>
            <a:ext cx="428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FFFFFF"/>
                </a:solidFill>
              </a:defRPr>
            </a:defPPr>
            <a:lvl1pPr>
              <a:defRPr sz="2025" b="0">
                <a:solidFill>
                  <a:srgbClr val="FFFFFF"/>
                </a:solidFill>
              </a:defRPr>
            </a:lvl1pPr>
            <a:lvl2pPr>
              <a:defRPr sz="2025" b="0">
                <a:solidFill>
                  <a:srgbClr val="FFFFFF"/>
                </a:solidFill>
              </a:defRPr>
            </a:lvl2pPr>
            <a:lvl3pPr>
              <a:defRPr sz="2025" b="0">
                <a:solidFill>
                  <a:srgbClr val="FFFFFF"/>
                </a:solidFill>
              </a:defRPr>
            </a:lvl3pPr>
            <a:lvl4pPr>
              <a:defRPr sz="2025" b="0">
                <a:solidFill>
                  <a:srgbClr val="FFFFFF"/>
                </a:solidFill>
              </a:defRPr>
            </a:lvl4pPr>
            <a:lvl5pPr>
              <a:defRPr sz="2025" b="0">
                <a:solidFill>
                  <a:srgbClr val="FFFFFF"/>
                </a:solidFill>
              </a:defRPr>
            </a:lvl5pPr>
            <a:lvl6pPr>
              <a:defRPr sz="2025" b="0">
                <a:solidFill>
                  <a:srgbClr val="FFFFFF"/>
                </a:solidFill>
              </a:defRPr>
            </a:lvl6pPr>
            <a:lvl7pPr>
              <a:defRPr sz="2025" b="0">
                <a:solidFill>
                  <a:srgbClr val="FFFFFF"/>
                </a:solidFill>
              </a:defRPr>
            </a:lvl7pPr>
            <a:lvl8pPr>
              <a:defRPr sz="2025" b="0">
                <a:solidFill>
                  <a:srgbClr val="FFFFFF"/>
                </a:solidFill>
              </a:defRPr>
            </a:lvl8pPr>
            <a:lvl9pPr>
              <a:defRPr sz="202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FFFFFF"/>
                </a:solidFill>
              </a:defRPr>
            </a:pPr>
            <a:r>
              <a:rPr sz="2025" b="0">
                <a:solidFill>
                  <a:srgbClr val="FFFFFF"/>
                </a:solidFill>
              </a:rPr>
              <a:t>Mask the roots; animate one grass clump.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E93E1D-6EBE-46A1-811A-743580AB6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3815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72D4C1"/>
                </a:solidFill>
              </a:defRPr>
            </a:defPPr>
            <a:lvl1pPr>
              <a:defRPr sz="1500" b="1">
                <a:solidFill>
                  <a:srgbClr val="72D4C1"/>
                </a:solidFill>
              </a:defRPr>
            </a:lvl1pPr>
            <a:lvl2pPr>
              <a:defRPr sz="1500" b="1">
                <a:solidFill>
                  <a:srgbClr val="72D4C1"/>
                </a:solidFill>
              </a:defRPr>
            </a:lvl2pPr>
            <a:lvl3pPr>
              <a:defRPr sz="1500" b="1">
                <a:solidFill>
                  <a:srgbClr val="72D4C1"/>
                </a:solidFill>
              </a:defRPr>
            </a:lvl3pPr>
            <a:lvl4pPr>
              <a:defRPr sz="1500" b="1">
                <a:solidFill>
                  <a:srgbClr val="72D4C1"/>
                </a:solidFill>
              </a:defRPr>
            </a:lvl4pPr>
            <a:lvl5pPr>
              <a:defRPr sz="1500" b="1">
                <a:solidFill>
                  <a:srgbClr val="72D4C1"/>
                </a:solidFill>
              </a:defRPr>
            </a:lvl5pPr>
            <a:lvl6pPr>
              <a:defRPr sz="1500" b="1">
                <a:solidFill>
                  <a:srgbClr val="72D4C1"/>
                </a:solidFill>
              </a:defRPr>
            </a:lvl6pPr>
            <a:lvl7pPr>
              <a:defRPr sz="1500" b="1">
                <a:solidFill>
                  <a:srgbClr val="72D4C1"/>
                </a:solidFill>
              </a:defRPr>
            </a:lvl7pPr>
            <a:lvl8pPr>
              <a:defRPr sz="1500" b="1">
                <a:solidFill>
                  <a:srgbClr val="72D4C1"/>
                </a:solidFill>
              </a:defRPr>
            </a:lvl8pPr>
            <a:lvl9pPr>
              <a:defRPr sz="1500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72D4C1"/>
                </a:solidFill>
              </a:defRPr>
            </a:pPr>
            <a:r>
              <a:rPr sz="1500" b="1">
                <a:solidFill>
                  <a:srgbClr val="72D4C1"/>
                </a:solidFill>
              </a:rPr>
              <a:t>FINAL-PROJECT STRETCH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89B396-1BEB-4BED-8CA4-3042AAFD5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733925"/>
            <a:ext cx="428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FFFFFF"/>
                </a:solidFill>
              </a:defRPr>
            </a:defPPr>
            <a:lvl1pPr>
              <a:defRPr sz="2025" b="0">
                <a:solidFill>
                  <a:srgbClr val="FFFFFF"/>
                </a:solidFill>
              </a:defRPr>
            </a:lvl1pPr>
            <a:lvl2pPr>
              <a:defRPr sz="2025" b="0">
                <a:solidFill>
                  <a:srgbClr val="FFFFFF"/>
                </a:solidFill>
              </a:defRPr>
            </a:lvl2pPr>
            <a:lvl3pPr>
              <a:defRPr sz="2025" b="0">
                <a:solidFill>
                  <a:srgbClr val="FFFFFF"/>
                </a:solidFill>
              </a:defRPr>
            </a:lvl3pPr>
            <a:lvl4pPr>
              <a:defRPr sz="2025" b="0">
                <a:solidFill>
                  <a:srgbClr val="FFFFFF"/>
                </a:solidFill>
              </a:defRPr>
            </a:lvl4pPr>
            <a:lvl5pPr>
              <a:defRPr sz="2025" b="0">
                <a:solidFill>
                  <a:srgbClr val="FFFFFF"/>
                </a:solidFill>
              </a:defRPr>
            </a:lvl5pPr>
            <a:lvl6pPr>
              <a:defRPr sz="2025" b="0">
                <a:solidFill>
                  <a:srgbClr val="FFFFFF"/>
                </a:solidFill>
              </a:defRPr>
            </a:lvl6pPr>
            <a:lvl7pPr>
              <a:defRPr sz="2025" b="0">
                <a:solidFill>
                  <a:srgbClr val="FFFFFF"/>
                </a:solidFill>
              </a:defRPr>
            </a:lvl7pPr>
            <a:lvl8pPr>
              <a:defRPr sz="2025" b="0">
                <a:solidFill>
                  <a:srgbClr val="FFFFFF"/>
                </a:solidFill>
              </a:defRPr>
            </a:lvl8pPr>
            <a:lvl9pPr>
              <a:defRPr sz="202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FFFFFF"/>
                </a:solidFill>
              </a:defRPr>
            </a:pPr>
            <a:r>
              <a:rPr sz="2025" b="0">
                <a:solidFill>
                  <a:srgbClr val="FFFFFF"/>
                </a:solidFill>
              </a:rPr>
              <a:t>Add player interaction and varied motion.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EB12F7-FF90-4E70-9415-5ACE7C6FA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72D4C1"/>
                </a:solidFill>
              </a:defRPr>
            </a:defPPr>
            <a:lvl1pPr>
              <a:defRPr sz="1875" b="1">
                <a:solidFill>
                  <a:srgbClr val="72D4C1"/>
                </a:solidFill>
              </a:defRPr>
            </a:lvl1pPr>
            <a:lvl2pPr>
              <a:defRPr sz="1875" b="1">
                <a:solidFill>
                  <a:srgbClr val="72D4C1"/>
                </a:solidFill>
              </a:defRPr>
            </a:lvl2pPr>
            <a:lvl3pPr>
              <a:defRPr sz="1875" b="1">
                <a:solidFill>
                  <a:srgbClr val="72D4C1"/>
                </a:solidFill>
              </a:defRPr>
            </a:lvl3pPr>
            <a:lvl4pPr>
              <a:defRPr sz="1875" b="1">
                <a:solidFill>
                  <a:srgbClr val="72D4C1"/>
                </a:solidFill>
              </a:defRPr>
            </a:lvl4pPr>
            <a:lvl5pPr>
              <a:defRPr sz="1875" b="1">
                <a:solidFill>
                  <a:srgbClr val="72D4C1"/>
                </a:solidFill>
              </a:defRPr>
            </a:lvl5pPr>
            <a:lvl6pPr>
              <a:defRPr sz="1875" b="1">
                <a:solidFill>
                  <a:srgbClr val="72D4C1"/>
                </a:solidFill>
              </a:defRPr>
            </a:lvl6pPr>
            <a:lvl7pPr>
              <a:defRPr sz="1875" b="1">
                <a:solidFill>
                  <a:srgbClr val="72D4C1"/>
                </a:solidFill>
              </a:defRPr>
            </a:lvl7pPr>
            <a:lvl8pPr>
              <a:defRPr sz="1875" b="1">
                <a:solidFill>
                  <a:srgbClr val="72D4C1"/>
                </a:solidFill>
              </a:defRPr>
            </a:lvl8pPr>
            <a:lvl9pPr>
              <a:defRPr sz="1875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72D4C1"/>
                </a:solidFill>
              </a:defRPr>
            </a:pPr>
            <a:r>
              <a:rPr>
                <a:hlinkClick xmlns:r="http://schemas.openxmlformats.org/officeDocument/2006/relationships" r:id="R6f685eea88c14501"/>
              </a:rPr>
              <a:t>Open the online example 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204369-C697-45D6-B028-7DB55218D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817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FFFFFF"/>
                </a:solidFill>
              </a:defRPr>
            </a:defPPr>
            <a:lvl1pPr>
              <a:defRPr sz="1725" b="0">
                <a:solidFill>
                  <a:srgbClr val="FFFFFF"/>
                </a:solidFill>
              </a:defRPr>
            </a:lvl1pPr>
            <a:lvl2pPr>
              <a:defRPr sz="1725" b="0">
                <a:solidFill>
                  <a:srgbClr val="FFFFFF"/>
                </a:solidFill>
              </a:defRPr>
            </a:lvl2pPr>
            <a:lvl3pPr>
              <a:defRPr sz="1725" b="0">
                <a:solidFill>
                  <a:srgbClr val="FFFFFF"/>
                </a:solidFill>
              </a:defRPr>
            </a:lvl3pPr>
            <a:lvl4pPr>
              <a:defRPr sz="1725" b="0">
                <a:solidFill>
                  <a:srgbClr val="FFFFFF"/>
                </a:solidFill>
              </a:defRPr>
            </a:lvl4pPr>
            <a:lvl5pPr>
              <a:defRPr sz="1725" b="0">
                <a:solidFill>
                  <a:srgbClr val="FFFFFF"/>
                </a:solidFill>
              </a:defRPr>
            </a:lvl5pPr>
            <a:lvl6pPr>
              <a:defRPr sz="1725" b="0">
                <a:solidFill>
                  <a:srgbClr val="FFFFFF"/>
                </a:solidFill>
              </a:defRPr>
            </a:lvl6pPr>
            <a:lvl7pPr>
              <a:defRPr sz="1725" b="0">
                <a:solidFill>
                  <a:srgbClr val="FFFFFF"/>
                </a:solidFill>
              </a:defRPr>
            </a:lvl7pPr>
            <a:lvl8pPr>
              <a:defRPr sz="1725" b="0">
                <a:solidFill>
                  <a:srgbClr val="FFFFFF"/>
                </a:solidFill>
              </a:defRPr>
            </a:lvl8pPr>
            <a:lvl9pPr>
              <a:defRPr sz="172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Borrow a focused idea for the shader you are already making.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CFA352-EE26-46E6-B24D-C90D77F17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C4D3E3"/>
                </a:solidFill>
              </a:defRPr>
            </a:defPPr>
            <a:lvl1pPr>
              <a:defRPr sz="1200" b="0">
                <a:solidFill>
                  <a:srgbClr val="C4D3E3"/>
                </a:solidFill>
              </a:defRPr>
            </a:lvl1pPr>
            <a:lvl2pPr>
              <a:defRPr sz="1200" b="0">
                <a:solidFill>
                  <a:srgbClr val="C4D3E3"/>
                </a:solidFill>
              </a:defRPr>
            </a:lvl2pPr>
            <a:lvl3pPr>
              <a:defRPr sz="1200" b="0">
                <a:solidFill>
                  <a:srgbClr val="C4D3E3"/>
                </a:solidFill>
              </a:defRPr>
            </a:lvl3pPr>
            <a:lvl4pPr>
              <a:defRPr sz="1200" b="0">
                <a:solidFill>
                  <a:srgbClr val="C4D3E3"/>
                </a:solidFill>
              </a:defRPr>
            </a:lvl4pPr>
            <a:lvl5pPr>
              <a:defRPr sz="1200" b="0">
                <a:solidFill>
                  <a:srgbClr val="C4D3E3"/>
                </a:solidFill>
              </a:defRPr>
            </a:lvl5pPr>
            <a:lvl6pPr>
              <a:defRPr sz="1200" b="0">
                <a:solidFill>
                  <a:srgbClr val="C4D3E3"/>
                </a:solidFill>
              </a:defRPr>
            </a:lvl6pPr>
            <a:lvl7pPr>
              <a:defRPr sz="1200" b="0">
                <a:solidFill>
                  <a:srgbClr val="C4D3E3"/>
                </a:solidFill>
              </a:defRPr>
            </a:lvl7pPr>
            <a:lvl8pPr>
              <a:defRPr sz="1200" b="0">
                <a:solidFill>
                  <a:srgbClr val="C4D3E3"/>
                </a:solidFill>
              </a:defRPr>
            </a:lvl8pPr>
            <a:lvl9pPr>
              <a:defRPr sz="1200" b="0">
                <a:solidFill>
                  <a:srgbClr val="C4D3E3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C4D3E3"/>
                </a:solidFill>
              </a:defRPr>
            </a:pPr>
            <a:r>
              <a:rPr sz="1200" b="0">
                <a:solidFill>
                  <a:srgbClr val="C4D3E3"/>
                </a:solidFill>
              </a:rPr>
              <a:t>19B</a:t>
            </a:r>
          </a:p>
        </p:txBody>
      </p:sp>
    </p:spTree>
    <p:extLst>
      <p:ext uri="{BB962C8B-B14F-4D97-AF65-F5344CB8AC3E}">
        <p14:creationId xmlns:p14="http://schemas.microsoft.com/office/powerpoint/2010/main" val="620108778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0A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39A159-8EA9-458D-BFD1-58C3D685F8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367556b7ab440b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DEC102-D9EE-4BC3-940A-62E3A498C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B6A0FF"/>
                </a:solidFill>
              </a:defRPr>
            </a:defPPr>
            <a:lvl1pPr>
              <a:defRPr sz="1350" b="1">
                <a:solidFill>
                  <a:srgbClr val="B6A0FF"/>
                </a:solidFill>
              </a:defRPr>
            </a:lvl1pPr>
            <a:lvl2pPr>
              <a:defRPr sz="1350" b="1">
                <a:solidFill>
                  <a:srgbClr val="B6A0FF"/>
                </a:solidFill>
              </a:defRPr>
            </a:lvl2pPr>
            <a:lvl3pPr>
              <a:defRPr sz="1350" b="1">
                <a:solidFill>
                  <a:srgbClr val="B6A0FF"/>
                </a:solidFill>
              </a:defRPr>
            </a:lvl3pPr>
            <a:lvl4pPr>
              <a:defRPr sz="1350" b="1">
                <a:solidFill>
                  <a:srgbClr val="B6A0FF"/>
                </a:solidFill>
              </a:defRPr>
            </a:lvl4pPr>
            <a:lvl5pPr>
              <a:defRPr sz="1350" b="1">
                <a:solidFill>
                  <a:srgbClr val="B6A0FF"/>
                </a:solidFill>
              </a:defRPr>
            </a:lvl5pPr>
            <a:lvl6pPr>
              <a:defRPr sz="1350" b="1">
                <a:solidFill>
                  <a:srgbClr val="B6A0FF"/>
                </a:solidFill>
              </a:defRPr>
            </a:lvl6pPr>
            <a:lvl7pPr>
              <a:defRPr sz="1350" b="1">
                <a:solidFill>
                  <a:srgbClr val="B6A0FF"/>
                </a:solidFill>
              </a:defRPr>
            </a:lvl7pPr>
            <a:lvl8pPr>
              <a:defRPr sz="1350" b="1">
                <a:solidFill>
                  <a:srgbClr val="B6A0FF"/>
                </a:solidFill>
              </a:defRPr>
            </a:lvl8pPr>
            <a:lvl9pPr>
              <a:defRPr sz="1350" b="1">
                <a:solidFill>
                  <a:srgbClr val="B6A0FF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6A0FF"/>
                </a:solidFill>
              </a:defRPr>
            </a:pPr>
            <a:r>
              <a:rPr sz="1350" b="1">
                <a:solidFill>
                  <a:srgbClr val="B6A0FF"/>
                </a:solidFill>
              </a:rPr>
              <a:t>OPTIONAL · OUTSIDE EXAMPLE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825835-0D1F-4FE0-9C08-E8981FDCD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FFFFF"/>
                </a:solidFill>
              </a:defRPr>
            </a:defPPr>
            <a:lvl1pPr>
              <a:defRPr sz="3150" b="1">
                <a:solidFill>
                  <a:srgbClr val="FFFFFF"/>
                </a:solidFill>
              </a:defRPr>
            </a:lvl1pPr>
            <a:lvl2pPr>
              <a:defRPr sz="3150" b="1">
                <a:solidFill>
                  <a:srgbClr val="FFFFFF"/>
                </a:solidFill>
              </a:defRPr>
            </a:lvl2pPr>
            <a:lvl3pPr>
              <a:defRPr sz="3150" b="1">
                <a:solidFill>
                  <a:srgbClr val="FFFFFF"/>
                </a:solidFill>
              </a:defRPr>
            </a:lvl3pPr>
            <a:lvl4pPr>
              <a:defRPr sz="3150" b="1">
                <a:solidFill>
                  <a:srgbClr val="FFFFFF"/>
                </a:solidFill>
              </a:defRPr>
            </a:lvl4pPr>
            <a:lvl5pPr>
              <a:defRPr sz="3150" b="1">
                <a:solidFill>
                  <a:srgbClr val="FFFFFF"/>
                </a:solidFill>
              </a:defRPr>
            </a:lvl5pPr>
            <a:lvl6pPr>
              <a:defRPr sz="3150" b="1">
                <a:solidFill>
                  <a:srgbClr val="FFFFFF"/>
                </a:solidFill>
              </a:defRPr>
            </a:lvl6pPr>
            <a:lvl7pPr>
              <a:defRPr sz="3150" b="1">
                <a:solidFill>
                  <a:srgbClr val="FFFFFF"/>
                </a:solidFill>
              </a:defRPr>
            </a:lvl7pPr>
            <a:lvl8pPr>
              <a:defRPr sz="3150" b="1">
                <a:solidFill>
                  <a:srgbClr val="FFFFFF"/>
                </a:solidFill>
              </a:defRPr>
            </a:lvl8pPr>
            <a:lvl9pPr>
              <a:defRPr sz="31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One material family, useful variations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5E9747-1FD8-4039-8C2C-F45031FA88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429bd6786645cd"/>
          <a:stretch xmlns:a="http://schemas.openxmlformats.org/drawingml/2006/main"/>
        </p:blipFill>
        <p:spPr>
          <a:xfrm xmlns:a="http://schemas.openxmlformats.org/drawingml/2006/main">
            <a:off x="609600" y="2643153"/>
            <a:ext cx="6286500" cy="204794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05FDF5-7A5E-440A-80F9-064E70F62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0002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72D4C1"/>
                </a:solidFill>
              </a:defRPr>
            </a:defPPr>
            <a:lvl1pPr>
              <a:defRPr sz="1500" b="1">
                <a:solidFill>
                  <a:srgbClr val="72D4C1"/>
                </a:solidFill>
              </a:defRPr>
            </a:lvl1pPr>
            <a:lvl2pPr>
              <a:defRPr sz="1500" b="1">
                <a:solidFill>
                  <a:srgbClr val="72D4C1"/>
                </a:solidFill>
              </a:defRPr>
            </a:lvl2pPr>
            <a:lvl3pPr>
              <a:defRPr sz="1500" b="1">
                <a:solidFill>
                  <a:srgbClr val="72D4C1"/>
                </a:solidFill>
              </a:defRPr>
            </a:lvl3pPr>
            <a:lvl4pPr>
              <a:defRPr sz="1500" b="1">
                <a:solidFill>
                  <a:srgbClr val="72D4C1"/>
                </a:solidFill>
              </a:defRPr>
            </a:lvl4pPr>
            <a:lvl5pPr>
              <a:defRPr sz="1500" b="1">
                <a:solidFill>
                  <a:srgbClr val="72D4C1"/>
                </a:solidFill>
              </a:defRPr>
            </a:lvl5pPr>
            <a:lvl6pPr>
              <a:defRPr sz="1500" b="1">
                <a:solidFill>
                  <a:srgbClr val="72D4C1"/>
                </a:solidFill>
              </a:defRPr>
            </a:lvl6pPr>
            <a:lvl7pPr>
              <a:defRPr sz="1500" b="1">
                <a:solidFill>
                  <a:srgbClr val="72D4C1"/>
                </a:solidFill>
              </a:defRPr>
            </a:lvl7pPr>
            <a:lvl8pPr>
              <a:defRPr sz="1500" b="1">
                <a:solidFill>
                  <a:srgbClr val="72D4C1"/>
                </a:solidFill>
              </a:defRPr>
            </a:lvl8pPr>
            <a:lvl9pPr>
              <a:defRPr sz="1500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72D4C1"/>
                </a:solidFill>
              </a:defRPr>
            </a:pPr>
            <a:r>
              <a:rPr sz="1500" b="1">
                <a:solidFill>
                  <a:srgbClr val="72D4C1"/>
                </a:solidFill>
              </a:rPr>
              <a:t>MECHANISM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983D5A-5F0F-46BE-972D-9CB4F7688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352675"/>
            <a:ext cx="428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FFFFFF"/>
                </a:solidFill>
              </a:defRPr>
            </a:defPPr>
            <a:lvl1pPr>
              <a:defRPr sz="2025" b="0">
                <a:solidFill>
                  <a:srgbClr val="FFFFFF"/>
                </a:solidFill>
              </a:defRPr>
            </a:lvl1pPr>
            <a:lvl2pPr>
              <a:defRPr sz="2025" b="0">
                <a:solidFill>
                  <a:srgbClr val="FFFFFF"/>
                </a:solidFill>
              </a:defRPr>
            </a:lvl2pPr>
            <a:lvl3pPr>
              <a:defRPr sz="2025" b="0">
                <a:solidFill>
                  <a:srgbClr val="FFFFFF"/>
                </a:solidFill>
              </a:defRPr>
            </a:lvl3pPr>
            <a:lvl4pPr>
              <a:defRPr sz="2025" b="0">
                <a:solidFill>
                  <a:srgbClr val="FFFFFF"/>
                </a:solidFill>
              </a:defRPr>
            </a:lvl4pPr>
            <a:lvl5pPr>
              <a:defRPr sz="2025" b="0">
                <a:solidFill>
                  <a:srgbClr val="FFFFFF"/>
                </a:solidFill>
              </a:defRPr>
            </a:lvl5pPr>
            <a:lvl6pPr>
              <a:defRPr sz="2025" b="0">
                <a:solidFill>
                  <a:srgbClr val="FFFFFF"/>
                </a:solidFill>
              </a:defRPr>
            </a:lvl6pPr>
            <a:lvl7pPr>
              <a:defRPr sz="2025" b="0">
                <a:solidFill>
                  <a:srgbClr val="FFFFFF"/>
                </a:solidFill>
              </a:defRPr>
            </a:lvl7pPr>
            <a:lvl8pPr>
              <a:defRPr sz="2025" b="0">
                <a:solidFill>
                  <a:srgbClr val="FFFFFF"/>
                </a:solidFill>
              </a:defRPr>
            </a:lvl8pPr>
            <a:lvl9pPr>
              <a:defRPr sz="202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FFFFFF"/>
                </a:solidFill>
              </a:defRPr>
            </a:pPr>
            <a:r>
              <a:rPr sz="2025" b="0">
                <a:solidFill>
                  <a:srgbClr val="FFFFFF"/>
                </a:solidFill>
              </a:rPr>
              <a:t>A shared parent exposes purposeful controls.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6AB7CE-5DB0-4A7B-AC5E-8FDA0791A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19087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72D4C1"/>
                </a:solidFill>
              </a:defRPr>
            </a:defPPr>
            <a:lvl1pPr>
              <a:defRPr sz="1500" b="1">
                <a:solidFill>
                  <a:srgbClr val="72D4C1"/>
                </a:solidFill>
              </a:defRPr>
            </a:lvl1pPr>
            <a:lvl2pPr>
              <a:defRPr sz="1500" b="1">
                <a:solidFill>
                  <a:srgbClr val="72D4C1"/>
                </a:solidFill>
              </a:defRPr>
            </a:lvl2pPr>
            <a:lvl3pPr>
              <a:defRPr sz="1500" b="1">
                <a:solidFill>
                  <a:srgbClr val="72D4C1"/>
                </a:solidFill>
              </a:defRPr>
            </a:lvl3pPr>
            <a:lvl4pPr>
              <a:defRPr sz="1500" b="1">
                <a:solidFill>
                  <a:srgbClr val="72D4C1"/>
                </a:solidFill>
              </a:defRPr>
            </a:lvl4pPr>
            <a:lvl5pPr>
              <a:defRPr sz="1500" b="1">
                <a:solidFill>
                  <a:srgbClr val="72D4C1"/>
                </a:solidFill>
              </a:defRPr>
            </a:lvl5pPr>
            <a:lvl6pPr>
              <a:defRPr sz="1500" b="1">
                <a:solidFill>
                  <a:srgbClr val="72D4C1"/>
                </a:solidFill>
              </a:defRPr>
            </a:lvl6pPr>
            <a:lvl7pPr>
              <a:defRPr sz="1500" b="1">
                <a:solidFill>
                  <a:srgbClr val="72D4C1"/>
                </a:solidFill>
              </a:defRPr>
            </a:lvl7pPr>
            <a:lvl8pPr>
              <a:defRPr sz="1500" b="1">
                <a:solidFill>
                  <a:srgbClr val="72D4C1"/>
                </a:solidFill>
              </a:defRPr>
            </a:lvl8pPr>
            <a:lvl9pPr>
              <a:defRPr sz="1500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72D4C1"/>
                </a:solidFill>
              </a:defRPr>
            </a:pPr>
            <a:r>
              <a:rPr sz="1500" b="1">
                <a:solidFill>
                  <a:srgbClr val="72D4C1"/>
                </a:solidFill>
              </a:rPr>
              <a:t>START SMALL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7668C5-BBC7-4A35-998C-DAD00C9FA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543300"/>
            <a:ext cx="428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FFFFFF"/>
                </a:solidFill>
              </a:defRPr>
            </a:defPPr>
            <a:lvl1pPr>
              <a:defRPr sz="2025" b="0">
                <a:solidFill>
                  <a:srgbClr val="FFFFFF"/>
                </a:solidFill>
              </a:defRPr>
            </a:lvl1pPr>
            <a:lvl2pPr>
              <a:defRPr sz="2025" b="0">
                <a:solidFill>
                  <a:srgbClr val="FFFFFF"/>
                </a:solidFill>
              </a:defRPr>
            </a:lvl2pPr>
            <a:lvl3pPr>
              <a:defRPr sz="2025" b="0">
                <a:solidFill>
                  <a:srgbClr val="FFFFFF"/>
                </a:solidFill>
              </a:defRPr>
            </a:lvl3pPr>
            <a:lvl4pPr>
              <a:defRPr sz="2025" b="0">
                <a:solidFill>
                  <a:srgbClr val="FFFFFF"/>
                </a:solidFill>
              </a:defRPr>
            </a:lvl4pPr>
            <a:lvl5pPr>
              <a:defRPr sz="2025" b="0">
                <a:solidFill>
                  <a:srgbClr val="FFFFFF"/>
                </a:solidFill>
              </a:defRPr>
            </a:lvl5pPr>
            <a:lvl6pPr>
              <a:defRPr sz="2025" b="0">
                <a:solidFill>
                  <a:srgbClr val="FFFFFF"/>
                </a:solidFill>
              </a:defRPr>
            </a:lvl6pPr>
            <a:lvl7pPr>
              <a:defRPr sz="2025" b="0">
                <a:solidFill>
                  <a:srgbClr val="FFFFFF"/>
                </a:solidFill>
              </a:defRPr>
            </a:lvl7pPr>
            <a:lvl8pPr>
              <a:defRPr sz="2025" b="0">
                <a:solidFill>
                  <a:srgbClr val="FFFFFF"/>
                </a:solidFill>
              </a:defRPr>
            </a:lvl8pPr>
            <a:lvl9pPr>
              <a:defRPr sz="202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FFFFFF"/>
                </a:solidFill>
              </a:defRPr>
            </a:pPr>
            <a:r>
              <a:rPr sz="2025" b="0">
                <a:solidFill>
                  <a:srgbClr val="FFFFFF"/>
                </a:solidFill>
              </a:rPr>
              <a:t>Make three readable instances of your shader.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1A02C6-BE10-4A26-B892-36595E115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3815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72D4C1"/>
                </a:solidFill>
              </a:defRPr>
            </a:defPPr>
            <a:lvl1pPr>
              <a:defRPr sz="1500" b="1">
                <a:solidFill>
                  <a:srgbClr val="72D4C1"/>
                </a:solidFill>
              </a:defRPr>
            </a:lvl1pPr>
            <a:lvl2pPr>
              <a:defRPr sz="1500" b="1">
                <a:solidFill>
                  <a:srgbClr val="72D4C1"/>
                </a:solidFill>
              </a:defRPr>
            </a:lvl2pPr>
            <a:lvl3pPr>
              <a:defRPr sz="1500" b="1">
                <a:solidFill>
                  <a:srgbClr val="72D4C1"/>
                </a:solidFill>
              </a:defRPr>
            </a:lvl3pPr>
            <a:lvl4pPr>
              <a:defRPr sz="1500" b="1">
                <a:solidFill>
                  <a:srgbClr val="72D4C1"/>
                </a:solidFill>
              </a:defRPr>
            </a:lvl4pPr>
            <a:lvl5pPr>
              <a:defRPr sz="1500" b="1">
                <a:solidFill>
                  <a:srgbClr val="72D4C1"/>
                </a:solidFill>
              </a:defRPr>
            </a:lvl5pPr>
            <a:lvl6pPr>
              <a:defRPr sz="1500" b="1">
                <a:solidFill>
                  <a:srgbClr val="72D4C1"/>
                </a:solidFill>
              </a:defRPr>
            </a:lvl6pPr>
            <a:lvl7pPr>
              <a:defRPr sz="1500" b="1">
                <a:solidFill>
                  <a:srgbClr val="72D4C1"/>
                </a:solidFill>
              </a:defRPr>
            </a:lvl7pPr>
            <a:lvl8pPr>
              <a:defRPr sz="1500" b="1">
                <a:solidFill>
                  <a:srgbClr val="72D4C1"/>
                </a:solidFill>
              </a:defRPr>
            </a:lvl8pPr>
            <a:lvl9pPr>
              <a:defRPr sz="1500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72D4C1"/>
                </a:solidFill>
              </a:defRPr>
            </a:pPr>
            <a:r>
              <a:rPr sz="1500" b="1">
                <a:solidFill>
                  <a:srgbClr val="72D4C1"/>
                </a:solidFill>
              </a:rPr>
              <a:t>FINAL-PROJECT STRETCH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D519D2-8F98-4895-9746-AE0F146E2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733925"/>
            <a:ext cx="428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FFFFFF"/>
                </a:solidFill>
              </a:defRPr>
            </a:defPPr>
            <a:lvl1pPr>
              <a:defRPr sz="2025" b="0">
                <a:solidFill>
                  <a:srgbClr val="FFFFFF"/>
                </a:solidFill>
              </a:defRPr>
            </a:lvl1pPr>
            <a:lvl2pPr>
              <a:defRPr sz="2025" b="0">
                <a:solidFill>
                  <a:srgbClr val="FFFFFF"/>
                </a:solidFill>
              </a:defRPr>
            </a:lvl2pPr>
            <a:lvl3pPr>
              <a:defRPr sz="2025" b="0">
                <a:solidFill>
                  <a:srgbClr val="FFFFFF"/>
                </a:solidFill>
              </a:defRPr>
            </a:lvl3pPr>
            <a:lvl4pPr>
              <a:defRPr sz="2025" b="0">
                <a:solidFill>
                  <a:srgbClr val="FFFFFF"/>
                </a:solidFill>
              </a:defRPr>
            </a:lvl4pPr>
            <a:lvl5pPr>
              <a:defRPr sz="2025" b="0">
                <a:solidFill>
                  <a:srgbClr val="FFFFFF"/>
                </a:solidFill>
              </a:defRPr>
            </a:lvl5pPr>
            <a:lvl6pPr>
              <a:defRPr sz="2025" b="0">
                <a:solidFill>
                  <a:srgbClr val="FFFFFF"/>
                </a:solidFill>
              </a:defRPr>
            </a:lvl6pPr>
            <a:lvl7pPr>
              <a:defRPr sz="2025" b="0">
                <a:solidFill>
                  <a:srgbClr val="FFFFFF"/>
                </a:solidFill>
              </a:defRPr>
            </a:lvl7pPr>
            <a:lvl8pPr>
              <a:defRPr sz="2025" b="0">
                <a:solidFill>
                  <a:srgbClr val="FFFFFF"/>
                </a:solidFill>
              </a:defRPr>
            </a:lvl8pPr>
            <a:lvl9pPr>
              <a:defRPr sz="202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FFFFFF"/>
                </a:solidFill>
              </a:defRPr>
            </a:pPr>
            <a:r>
              <a:rPr sz="2025" b="0">
                <a:solidFill>
                  <a:srgbClr val="FFFFFF"/>
                </a:solidFill>
              </a:rPr>
              <a:t>Build a focused, documented surface library.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614400-AD89-42C5-9FAD-A9B943FC8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72D4C1"/>
                </a:solidFill>
              </a:defRPr>
            </a:defPPr>
            <a:lvl1pPr>
              <a:defRPr sz="1875" b="1">
                <a:solidFill>
                  <a:srgbClr val="72D4C1"/>
                </a:solidFill>
              </a:defRPr>
            </a:lvl1pPr>
            <a:lvl2pPr>
              <a:defRPr sz="1875" b="1">
                <a:solidFill>
                  <a:srgbClr val="72D4C1"/>
                </a:solidFill>
              </a:defRPr>
            </a:lvl2pPr>
            <a:lvl3pPr>
              <a:defRPr sz="1875" b="1">
                <a:solidFill>
                  <a:srgbClr val="72D4C1"/>
                </a:solidFill>
              </a:defRPr>
            </a:lvl3pPr>
            <a:lvl4pPr>
              <a:defRPr sz="1875" b="1">
                <a:solidFill>
                  <a:srgbClr val="72D4C1"/>
                </a:solidFill>
              </a:defRPr>
            </a:lvl4pPr>
            <a:lvl5pPr>
              <a:defRPr sz="1875" b="1">
                <a:solidFill>
                  <a:srgbClr val="72D4C1"/>
                </a:solidFill>
              </a:defRPr>
            </a:lvl5pPr>
            <a:lvl6pPr>
              <a:defRPr sz="1875" b="1">
                <a:solidFill>
                  <a:srgbClr val="72D4C1"/>
                </a:solidFill>
              </a:defRPr>
            </a:lvl6pPr>
            <a:lvl7pPr>
              <a:defRPr sz="1875" b="1">
                <a:solidFill>
                  <a:srgbClr val="72D4C1"/>
                </a:solidFill>
              </a:defRPr>
            </a:lvl7pPr>
            <a:lvl8pPr>
              <a:defRPr sz="1875" b="1">
                <a:solidFill>
                  <a:srgbClr val="72D4C1"/>
                </a:solidFill>
              </a:defRPr>
            </a:lvl8pPr>
            <a:lvl9pPr>
              <a:defRPr sz="1875" b="1">
                <a:solidFill>
                  <a:srgbClr val="72D4C1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72D4C1"/>
                </a:solidFill>
              </a:defRPr>
            </a:pPr>
            <a:r>
              <a:rPr>
                <a:hlinkClick xmlns:r="http://schemas.openxmlformats.org/officeDocument/2006/relationships" r:id="R14be123d4f174f1a"/>
              </a:rPr>
              <a:t>Open the online example 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7FFA4E-A2BD-4902-B898-8DAF5ABF5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817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FFFFFF"/>
                </a:solidFill>
              </a:defRPr>
            </a:defPPr>
            <a:lvl1pPr>
              <a:defRPr sz="1725" b="0">
                <a:solidFill>
                  <a:srgbClr val="FFFFFF"/>
                </a:solidFill>
              </a:defRPr>
            </a:lvl1pPr>
            <a:lvl2pPr>
              <a:defRPr sz="1725" b="0">
                <a:solidFill>
                  <a:srgbClr val="FFFFFF"/>
                </a:solidFill>
              </a:defRPr>
            </a:lvl2pPr>
            <a:lvl3pPr>
              <a:defRPr sz="1725" b="0">
                <a:solidFill>
                  <a:srgbClr val="FFFFFF"/>
                </a:solidFill>
              </a:defRPr>
            </a:lvl3pPr>
            <a:lvl4pPr>
              <a:defRPr sz="1725" b="0">
                <a:solidFill>
                  <a:srgbClr val="FFFFFF"/>
                </a:solidFill>
              </a:defRPr>
            </a:lvl4pPr>
            <a:lvl5pPr>
              <a:defRPr sz="1725" b="0">
                <a:solidFill>
                  <a:srgbClr val="FFFFFF"/>
                </a:solidFill>
              </a:defRPr>
            </a:lvl5pPr>
            <a:lvl6pPr>
              <a:defRPr sz="1725" b="0">
                <a:solidFill>
                  <a:srgbClr val="FFFFFF"/>
                </a:solidFill>
              </a:defRPr>
            </a:lvl6pPr>
            <a:lvl7pPr>
              <a:defRPr sz="1725" b="0">
                <a:solidFill>
                  <a:srgbClr val="FFFFFF"/>
                </a:solidFill>
              </a:defRPr>
            </a:lvl7pPr>
            <a:lvl8pPr>
              <a:defRPr sz="1725" b="0">
                <a:solidFill>
                  <a:srgbClr val="FFFFFF"/>
                </a:solidFill>
              </a:defRPr>
            </a:lvl8pPr>
            <a:lvl9pPr>
              <a:defRPr sz="172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Borrow a focused idea for the shader you are already making.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0389F3-F7B7-4962-B71C-3AC6C6812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C4D3E3"/>
                </a:solidFill>
              </a:defRPr>
            </a:defPPr>
            <a:lvl1pPr>
              <a:defRPr sz="1200" b="0">
                <a:solidFill>
                  <a:srgbClr val="C4D3E3"/>
                </a:solidFill>
              </a:defRPr>
            </a:lvl1pPr>
            <a:lvl2pPr>
              <a:defRPr sz="1200" b="0">
                <a:solidFill>
                  <a:srgbClr val="C4D3E3"/>
                </a:solidFill>
              </a:defRPr>
            </a:lvl2pPr>
            <a:lvl3pPr>
              <a:defRPr sz="1200" b="0">
                <a:solidFill>
                  <a:srgbClr val="C4D3E3"/>
                </a:solidFill>
              </a:defRPr>
            </a:lvl3pPr>
            <a:lvl4pPr>
              <a:defRPr sz="1200" b="0">
                <a:solidFill>
                  <a:srgbClr val="C4D3E3"/>
                </a:solidFill>
              </a:defRPr>
            </a:lvl4pPr>
            <a:lvl5pPr>
              <a:defRPr sz="1200" b="0">
                <a:solidFill>
                  <a:srgbClr val="C4D3E3"/>
                </a:solidFill>
              </a:defRPr>
            </a:lvl5pPr>
            <a:lvl6pPr>
              <a:defRPr sz="1200" b="0">
                <a:solidFill>
                  <a:srgbClr val="C4D3E3"/>
                </a:solidFill>
              </a:defRPr>
            </a:lvl6pPr>
            <a:lvl7pPr>
              <a:defRPr sz="1200" b="0">
                <a:solidFill>
                  <a:srgbClr val="C4D3E3"/>
                </a:solidFill>
              </a:defRPr>
            </a:lvl7pPr>
            <a:lvl8pPr>
              <a:defRPr sz="1200" b="0">
                <a:solidFill>
                  <a:srgbClr val="C4D3E3"/>
                </a:solidFill>
              </a:defRPr>
            </a:lvl8pPr>
            <a:lvl9pPr>
              <a:defRPr sz="1200" b="0">
                <a:solidFill>
                  <a:srgbClr val="C4D3E3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C4D3E3"/>
                </a:solidFill>
              </a:defRPr>
            </a:pPr>
            <a:r>
              <a:rPr sz="1200" b="0">
                <a:solidFill>
                  <a:srgbClr val="C4D3E3"/>
                </a:solidFill>
              </a:rPr>
              <a:t>19C</a:t>
            </a:r>
          </a:p>
        </p:txBody>
      </p:sp>
    </p:spTree>
    <p:extLst>
      <p:ext uri="{BB962C8B-B14F-4D97-AF65-F5344CB8AC3E}">
        <p14:creationId xmlns:p14="http://schemas.microsoft.com/office/powerpoint/2010/main" val="12811783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2026-10-29T15:04:32.9660000Z</dcterms:created>
  <dcterms:modified xsi:type="dcterms:W3CDTF">2026-10-29T15:04:32.9660000Z</dcterms:modified>
</coreProperties>
</file>